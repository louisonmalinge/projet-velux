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50.xml" ContentType="application/vnd.openxmlformats-officedocument.drawingml.diagramData+xml"/>
  <Override PartName="/ppt/diagrams/data7.xml" ContentType="application/vnd.openxmlformats-officedocument.drawingml.diagramData+xml"/>
  <Override PartName="/ppt/diagrams/data9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284" r:id="rId2"/>
    <p:sldId id="285" r:id="rId3"/>
    <p:sldId id="258" r:id="rId4"/>
    <p:sldId id="287" r:id="rId5"/>
    <p:sldId id="288" r:id="rId6"/>
    <p:sldId id="289" r:id="rId7"/>
    <p:sldId id="259" r:id="rId8"/>
    <p:sldId id="290" r:id="rId9"/>
    <p:sldId id="260" r:id="rId10"/>
    <p:sldId id="294" r:id="rId11"/>
    <p:sldId id="295" r:id="rId12"/>
    <p:sldId id="296" r:id="rId13"/>
    <p:sldId id="293" r:id="rId14"/>
    <p:sldId id="297" r:id="rId15"/>
    <p:sldId id="266" r:id="rId16"/>
    <p:sldId id="267" r:id="rId17"/>
    <p:sldId id="269" r:id="rId18"/>
    <p:sldId id="270" r:id="rId19"/>
    <p:sldId id="271" r:id="rId20"/>
    <p:sldId id="272" r:id="rId21"/>
    <p:sldId id="273" r:id="rId22"/>
    <p:sldId id="268" r:id="rId23"/>
    <p:sldId id="275" r:id="rId24"/>
    <p:sldId id="299" r:id="rId25"/>
    <p:sldId id="300" r:id="rId26"/>
    <p:sldId id="298" r:id="rId27"/>
    <p:sldId id="28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5E75A3-1580-49E9-8121-F981EA228B17}" v="602" dt="2026-03-14T16:41:48.612"/>
    <p1510:client id="{70D68261-CD98-4C2F-8F54-CBEB9BBD700F}" v="1330" dt="2026-03-14T16:49:06.981"/>
    <p1510:client id="{7EB91B50-855E-E685-22BA-1EB54B15A0C3}" v="1" dt="2026-03-14T15:32:18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B301B821-A1FF-4177-AEE7-76D212191A0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9EBF5"/>
          </a:solidFill>
        </a:fill>
      </a:tcStyle>
    </a:band1H>
    <a:band1V>
      <a:tcStyle>
        <a:tcBdr/>
        <a:fill>
          <a:solidFill>
            <a:srgbClr val="E9EBF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E25E649-3F16-4E02-A733-19D2CDBF48F0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827" autoAdjust="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image" Target="../media/image1700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image" Target="../media/image2000.png"/></Relationships>
</file>

<file path=ppt/diagrams/_rels/data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0.png"/><Relationship Id="rId2" Type="http://schemas.openxmlformats.org/officeDocument/2006/relationships/image" Target="../media/image1500.png"/><Relationship Id="rId1" Type="http://schemas.openxmlformats.org/officeDocument/2006/relationships/image" Target="../media/image1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60E309-E46B-4561-B909-4FF6924FEDF5}" type="doc">
      <dgm:prSet loTypeId="urn:microsoft.com/office/officeart/2005/8/layout/chevron2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9A4B82F7-20DD-4927-9685-1311B17566C6}">
      <dgm:prSet phldrT="[Texte]"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1</a:t>
          </a:r>
          <a:endParaRPr lang="fr-FR" b="1" noProof="0" dirty="0"/>
        </a:p>
      </dgm:t>
    </dgm:pt>
    <dgm:pt modelId="{0E839D74-58F4-422E-A89D-CB6E75682174}" type="parTrans" cxnId="{3D459CC4-0FDF-4963-80EA-5F2CE88B1DCC}">
      <dgm:prSet/>
      <dgm:spPr/>
      <dgm:t>
        <a:bodyPr/>
        <a:lstStyle/>
        <a:p>
          <a:endParaRPr lang="fr-FR"/>
        </a:p>
      </dgm:t>
    </dgm:pt>
    <dgm:pt modelId="{6511AFAE-373F-40A2-8E29-241ECF19D1A9}" type="sibTrans" cxnId="{3D459CC4-0FDF-4963-80EA-5F2CE88B1DCC}">
      <dgm:prSet/>
      <dgm:spPr/>
      <dgm:t>
        <a:bodyPr/>
        <a:lstStyle/>
        <a:p>
          <a:endParaRPr lang="fr-FR"/>
        </a:p>
      </dgm:t>
    </dgm:pt>
    <dgm:pt modelId="{41AF510F-0E2A-497E-B96A-D096DB7B897B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2</a:t>
          </a:r>
        </a:p>
      </dgm:t>
    </dgm:pt>
    <dgm:pt modelId="{97A84C0C-1E89-41FC-8C39-C5FEB3A33632}" type="parTrans" cxnId="{8300848C-F089-42C1-890A-91BC754D7BFD}">
      <dgm:prSet/>
      <dgm:spPr/>
      <dgm:t>
        <a:bodyPr/>
        <a:lstStyle/>
        <a:p>
          <a:endParaRPr lang="fr-FR"/>
        </a:p>
      </dgm:t>
    </dgm:pt>
    <dgm:pt modelId="{9BE5C8F3-90CE-4DA3-A9B8-B545A624CD7B}" type="sibTrans" cxnId="{8300848C-F089-42C1-890A-91BC754D7BFD}">
      <dgm:prSet/>
      <dgm:spPr/>
      <dgm:t>
        <a:bodyPr/>
        <a:lstStyle/>
        <a:p>
          <a:endParaRPr lang="fr-FR"/>
        </a:p>
      </dgm:t>
    </dgm:pt>
    <dgm:pt modelId="{CA97FC3A-28E3-497A-89F0-674AE9B28772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3</a:t>
          </a:r>
        </a:p>
      </dgm:t>
    </dgm:pt>
    <dgm:pt modelId="{79D73070-6C17-4429-8E6B-F2D5AAC07CE6}" type="parTrans" cxnId="{2FFA709F-7262-4777-A9CC-FBC4D2CD8538}">
      <dgm:prSet/>
      <dgm:spPr/>
      <dgm:t>
        <a:bodyPr/>
        <a:lstStyle/>
        <a:p>
          <a:endParaRPr lang="fr-FR"/>
        </a:p>
      </dgm:t>
    </dgm:pt>
    <dgm:pt modelId="{9F140BDB-4D9D-4125-B754-9853E0643BF1}" type="sibTrans" cxnId="{2FFA709F-7262-4777-A9CC-FBC4D2CD8538}">
      <dgm:prSet/>
      <dgm:spPr/>
      <dgm:t>
        <a:bodyPr/>
        <a:lstStyle/>
        <a:p>
          <a:endParaRPr lang="fr-FR"/>
        </a:p>
      </dgm:t>
    </dgm:pt>
    <dgm:pt modelId="{1AB51A45-AE06-45E7-A9DA-55C8BB5E70C0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4</a:t>
          </a:r>
        </a:p>
      </dgm:t>
    </dgm:pt>
    <dgm:pt modelId="{6FA49F44-6D75-4CC5-9141-D24C17539DD9}" type="parTrans" cxnId="{9996E1E7-E56F-49F5-B7B7-0253A6F5A389}">
      <dgm:prSet/>
      <dgm:spPr/>
      <dgm:t>
        <a:bodyPr/>
        <a:lstStyle/>
        <a:p>
          <a:endParaRPr lang="fr-FR"/>
        </a:p>
      </dgm:t>
    </dgm:pt>
    <dgm:pt modelId="{0249C822-23DC-4C42-92C4-B7A15267ACB8}" type="sibTrans" cxnId="{9996E1E7-E56F-49F5-B7B7-0253A6F5A389}">
      <dgm:prSet/>
      <dgm:spPr/>
      <dgm:t>
        <a:bodyPr/>
        <a:lstStyle/>
        <a:p>
          <a:endParaRPr lang="fr-FR"/>
        </a:p>
      </dgm:t>
    </dgm:pt>
    <dgm:pt modelId="{5E56B461-80CE-47F5-9E1A-2908253755CE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5</a:t>
          </a:r>
        </a:p>
      </dgm:t>
    </dgm:pt>
    <dgm:pt modelId="{33E3791D-1B83-4D54-AD9E-58C3DF9E319C}" type="parTrans" cxnId="{BF8099F8-FC14-4F14-8659-502956B207AF}">
      <dgm:prSet/>
      <dgm:spPr/>
      <dgm:t>
        <a:bodyPr/>
        <a:lstStyle/>
        <a:p>
          <a:endParaRPr lang="fr-FR"/>
        </a:p>
      </dgm:t>
    </dgm:pt>
    <dgm:pt modelId="{31B035F2-09B4-4852-8CEF-B9454DF0D187}" type="sibTrans" cxnId="{BF8099F8-FC14-4F14-8659-502956B207AF}">
      <dgm:prSet/>
      <dgm:spPr/>
      <dgm:t>
        <a:bodyPr/>
        <a:lstStyle/>
        <a:p>
          <a:endParaRPr lang="fr-FR"/>
        </a:p>
      </dgm:t>
    </dgm:pt>
    <dgm:pt modelId="{3B7A4F27-044A-4F77-B019-6AE33623D025}">
      <dgm:prSet/>
      <dgm:spPr/>
      <dgm:t>
        <a:bodyPr/>
        <a:lstStyle/>
        <a:p>
          <a:r>
            <a:rPr lang="fr-FR" b="1" noProof="0" dirty="0">
              <a:ea typeface="Tahoma" pitchFamily="34"/>
              <a:cs typeface="Tahoma" pitchFamily="34"/>
            </a:rPr>
            <a:t>6</a:t>
          </a:r>
        </a:p>
      </dgm:t>
    </dgm:pt>
    <dgm:pt modelId="{A56C5ABC-1638-40FD-9B45-2CD7FFA9A8FB}" type="parTrans" cxnId="{A8FCA98C-6E9E-4C5B-BC4A-E48D067506AC}">
      <dgm:prSet/>
      <dgm:spPr/>
      <dgm:t>
        <a:bodyPr/>
        <a:lstStyle/>
        <a:p>
          <a:endParaRPr lang="fr-FR"/>
        </a:p>
      </dgm:t>
    </dgm:pt>
    <dgm:pt modelId="{5CBB1690-D7D9-4D72-8D90-06D2EA6AE53E}" type="sibTrans" cxnId="{A8FCA98C-6E9E-4C5B-BC4A-E48D067506AC}">
      <dgm:prSet/>
      <dgm:spPr/>
      <dgm:t>
        <a:bodyPr/>
        <a:lstStyle/>
        <a:p>
          <a:endParaRPr lang="fr-FR"/>
        </a:p>
      </dgm:t>
    </dgm:pt>
    <dgm:pt modelId="{B3BD7BB8-7B64-44B4-AC59-EED3EE38585C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Conception préliminaire</a:t>
          </a:r>
        </a:p>
      </dgm:t>
    </dgm:pt>
    <dgm:pt modelId="{9C56B312-61F8-40B3-B9E3-18976627A821}" type="parTrans" cxnId="{8E416572-77D4-430A-9FD8-F7A5280D4A1D}">
      <dgm:prSet/>
      <dgm:spPr/>
      <dgm:t>
        <a:bodyPr/>
        <a:lstStyle/>
        <a:p>
          <a:endParaRPr lang="fr-FR"/>
        </a:p>
      </dgm:t>
    </dgm:pt>
    <dgm:pt modelId="{446EB4E8-4B81-4CD2-B1F3-B556AD0E73AF}" type="sibTrans" cxnId="{8E416572-77D4-430A-9FD8-F7A5280D4A1D}">
      <dgm:prSet/>
      <dgm:spPr/>
      <dgm:t>
        <a:bodyPr/>
        <a:lstStyle/>
        <a:p>
          <a:endParaRPr lang="fr-FR"/>
        </a:p>
      </dgm:t>
    </dgm:pt>
    <dgm:pt modelId="{4978F275-FB8D-42F2-B9B0-7283179DDFE9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Réalisation du Projet</a:t>
          </a:r>
        </a:p>
      </dgm:t>
    </dgm:pt>
    <dgm:pt modelId="{59CB097A-8692-4280-B214-93FFD425D5D4}" type="parTrans" cxnId="{6BA6D51A-9CCF-4326-86CE-90C26841322C}">
      <dgm:prSet/>
      <dgm:spPr/>
      <dgm:t>
        <a:bodyPr/>
        <a:lstStyle/>
        <a:p>
          <a:endParaRPr lang="fr-FR"/>
        </a:p>
      </dgm:t>
    </dgm:pt>
    <dgm:pt modelId="{B2F61661-882D-488B-B0CC-E7D8ACC63697}" type="sibTrans" cxnId="{6BA6D51A-9CCF-4326-86CE-90C26841322C}">
      <dgm:prSet/>
      <dgm:spPr/>
      <dgm:t>
        <a:bodyPr/>
        <a:lstStyle/>
        <a:p>
          <a:endParaRPr lang="fr-FR"/>
        </a:p>
      </dgm:t>
    </dgm:pt>
    <dgm:pt modelId="{D75E86B9-1106-4687-B54C-9ACA060BD7E0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code</a:t>
          </a:r>
        </a:p>
      </dgm:t>
    </dgm:pt>
    <dgm:pt modelId="{CD7E87D9-DC9B-40D3-80E9-BD9EE61EDC38}" type="parTrans" cxnId="{ED99E149-3AE0-4943-85F6-B7506B5236EC}">
      <dgm:prSet/>
      <dgm:spPr/>
      <dgm:t>
        <a:bodyPr/>
        <a:lstStyle/>
        <a:p>
          <a:endParaRPr lang="fr-FR"/>
        </a:p>
      </dgm:t>
    </dgm:pt>
    <dgm:pt modelId="{CCF0FB3F-18F3-4E60-9C5A-24D509B184CA}" type="sibTrans" cxnId="{ED99E149-3AE0-4943-85F6-B7506B5236EC}">
      <dgm:prSet/>
      <dgm:spPr/>
      <dgm:t>
        <a:bodyPr/>
        <a:lstStyle/>
        <a:p>
          <a:endParaRPr lang="fr-FR"/>
        </a:p>
      </dgm:t>
    </dgm:pt>
    <dgm:pt modelId="{5B8BC534-517D-456B-AC8A-5BBAE2BCBE11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Problèmes rencontrés</a:t>
          </a:r>
        </a:p>
      </dgm:t>
    </dgm:pt>
    <dgm:pt modelId="{D6BA0BC3-EA84-421F-BACA-0EDA99F1DED7}" type="parTrans" cxnId="{E56E32DB-A4DF-4FD7-843E-776F336F00F0}">
      <dgm:prSet/>
      <dgm:spPr/>
      <dgm:t>
        <a:bodyPr/>
        <a:lstStyle/>
        <a:p>
          <a:endParaRPr lang="fr-FR"/>
        </a:p>
      </dgm:t>
    </dgm:pt>
    <dgm:pt modelId="{AEE3D0F1-6441-4005-9CA5-9CE55AC2B144}" type="sibTrans" cxnId="{E56E32DB-A4DF-4FD7-843E-776F336F00F0}">
      <dgm:prSet/>
      <dgm:spPr/>
      <dgm:t>
        <a:bodyPr/>
        <a:lstStyle/>
        <a:p>
          <a:endParaRPr lang="fr-FR"/>
        </a:p>
      </dgm:t>
    </dgm:pt>
    <dgm:pt modelId="{AE3FE40F-6D37-4CE7-82AA-58D2D47E1B7D}">
      <dgm:prSet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Démonstration &amp; Présentation des tests</a:t>
          </a:r>
        </a:p>
      </dgm:t>
    </dgm:pt>
    <dgm:pt modelId="{27BCBFEA-3DCB-411B-945E-4179D4F2B979}" type="parTrans" cxnId="{66552F47-6A7E-4D4B-BC10-0EBC8CF424ED}">
      <dgm:prSet/>
      <dgm:spPr/>
      <dgm:t>
        <a:bodyPr/>
        <a:lstStyle/>
        <a:p>
          <a:endParaRPr lang="fr-FR"/>
        </a:p>
      </dgm:t>
    </dgm:pt>
    <dgm:pt modelId="{02D5FC31-D860-4326-BC07-C4602F01086E}" type="sibTrans" cxnId="{66552F47-6A7E-4D4B-BC10-0EBC8CF424ED}">
      <dgm:prSet/>
      <dgm:spPr/>
      <dgm:t>
        <a:bodyPr/>
        <a:lstStyle/>
        <a:p>
          <a:endParaRPr lang="fr-FR"/>
        </a:p>
      </dgm:t>
    </dgm:pt>
    <dgm:pt modelId="{3AD4B02F-06C7-478A-9033-A7DA27CD5BB8}">
      <dgm:prSet phldrT="[Texte]"/>
      <dgm:spPr/>
      <dgm:t>
        <a:bodyPr/>
        <a:lstStyle/>
        <a:p>
          <a:r>
            <a:rPr lang="fr-FR" noProof="0" dirty="0">
              <a:ea typeface="Tahoma" pitchFamily="34"/>
              <a:cs typeface="Tahoma" pitchFamily="34"/>
            </a:rPr>
            <a:t>Présentation du projet </a:t>
          </a:r>
          <a:endParaRPr lang="fr-FR" noProof="0" dirty="0"/>
        </a:p>
      </dgm:t>
    </dgm:pt>
    <dgm:pt modelId="{13096D75-DB2D-4AFE-9AA9-7888F6670E43}" type="parTrans" cxnId="{828B8F36-3BF2-4F9E-A69E-4734C63F1CEA}">
      <dgm:prSet/>
      <dgm:spPr/>
      <dgm:t>
        <a:bodyPr/>
        <a:lstStyle/>
        <a:p>
          <a:endParaRPr lang="fr-FR"/>
        </a:p>
      </dgm:t>
    </dgm:pt>
    <dgm:pt modelId="{8B9E247B-EE36-4D97-BFD0-19EF0B8383AB}" type="sibTrans" cxnId="{828B8F36-3BF2-4F9E-A69E-4734C63F1CEA}">
      <dgm:prSet/>
      <dgm:spPr/>
      <dgm:t>
        <a:bodyPr/>
        <a:lstStyle/>
        <a:p>
          <a:endParaRPr lang="fr-FR"/>
        </a:p>
      </dgm:t>
    </dgm:pt>
    <dgm:pt modelId="{9CCD7480-A788-485B-A7C7-996323A460BE}" type="pres">
      <dgm:prSet presAssocID="{3860E309-E46B-4561-B909-4FF6924FEDF5}" presName="linearFlow" presStyleCnt="0">
        <dgm:presLayoutVars>
          <dgm:dir/>
          <dgm:animLvl val="lvl"/>
          <dgm:resizeHandles val="exact"/>
        </dgm:presLayoutVars>
      </dgm:prSet>
      <dgm:spPr/>
    </dgm:pt>
    <dgm:pt modelId="{24380F66-B14A-4110-9324-6D274B263A0A}" type="pres">
      <dgm:prSet presAssocID="{9A4B82F7-20DD-4927-9685-1311B17566C6}" presName="composite" presStyleCnt="0"/>
      <dgm:spPr/>
    </dgm:pt>
    <dgm:pt modelId="{4F7B53BF-974A-4E33-B974-F9B55025CFD5}" type="pres">
      <dgm:prSet presAssocID="{9A4B82F7-20DD-4927-9685-1311B17566C6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4CC66876-BB59-4268-AD33-C76678E5C0E6}" type="pres">
      <dgm:prSet presAssocID="{9A4B82F7-20DD-4927-9685-1311B17566C6}" presName="descendantText" presStyleLbl="alignAcc1" presStyleIdx="0" presStyleCnt="6">
        <dgm:presLayoutVars>
          <dgm:bulletEnabled val="1"/>
        </dgm:presLayoutVars>
      </dgm:prSet>
      <dgm:spPr/>
    </dgm:pt>
    <dgm:pt modelId="{2903208E-613E-4895-9CEA-6283D74C5664}" type="pres">
      <dgm:prSet presAssocID="{6511AFAE-373F-40A2-8E29-241ECF19D1A9}" presName="sp" presStyleCnt="0"/>
      <dgm:spPr/>
    </dgm:pt>
    <dgm:pt modelId="{FD0BB3CF-46A3-491C-ACB9-3B50E872D653}" type="pres">
      <dgm:prSet presAssocID="{41AF510F-0E2A-497E-B96A-D096DB7B897B}" presName="composite" presStyleCnt="0"/>
      <dgm:spPr/>
    </dgm:pt>
    <dgm:pt modelId="{85D68C3E-6771-4219-A862-BAB728749628}" type="pres">
      <dgm:prSet presAssocID="{41AF510F-0E2A-497E-B96A-D096DB7B897B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583C73D5-02F0-4DC8-88FF-F7CAC2DA1255}" type="pres">
      <dgm:prSet presAssocID="{41AF510F-0E2A-497E-B96A-D096DB7B897B}" presName="descendantText" presStyleLbl="alignAcc1" presStyleIdx="1" presStyleCnt="6">
        <dgm:presLayoutVars>
          <dgm:bulletEnabled val="1"/>
        </dgm:presLayoutVars>
      </dgm:prSet>
      <dgm:spPr/>
    </dgm:pt>
    <dgm:pt modelId="{B6580AEE-40C8-4703-96F2-D7A2370C826F}" type="pres">
      <dgm:prSet presAssocID="{9BE5C8F3-90CE-4DA3-A9B8-B545A624CD7B}" presName="sp" presStyleCnt="0"/>
      <dgm:spPr/>
    </dgm:pt>
    <dgm:pt modelId="{AFDCB583-1F6A-4EFF-B8A4-33FAB4496E71}" type="pres">
      <dgm:prSet presAssocID="{CA97FC3A-28E3-497A-89F0-674AE9B28772}" presName="composite" presStyleCnt="0"/>
      <dgm:spPr/>
    </dgm:pt>
    <dgm:pt modelId="{7199188C-DC2B-40CA-AD5C-6B1E21E36DA8}" type="pres">
      <dgm:prSet presAssocID="{CA97FC3A-28E3-497A-89F0-674AE9B28772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81E620A8-7087-4DE6-8945-F8F4524096C5}" type="pres">
      <dgm:prSet presAssocID="{CA97FC3A-28E3-497A-89F0-674AE9B28772}" presName="descendantText" presStyleLbl="alignAcc1" presStyleIdx="2" presStyleCnt="6">
        <dgm:presLayoutVars>
          <dgm:bulletEnabled val="1"/>
        </dgm:presLayoutVars>
      </dgm:prSet>
      <dgm:spPr/>
    </dgm:pt>
    <dgm:pt modelId="{C3954F64-15BC-4DBB-B7E4-DE834B037A2D}" type="pres">
      <dgm:prSet presAssocID="{9F140BDB-4D9D-4125-B754-9853E0643BF1}" presName="sp" presStyleCnt="0"/>
      <dgm:spPr/>
    </dgm:pt>
    <dgm:pt modelId="{71ECED78-FB94-4EA9-BA18-EDA3BD3D7FAE}" type="pres">
      <dgm:prSet presAssocID="{1AB51A45-AE06-45E7-A9DA-55C8BB5E70C0}" presName="composite" presStyleCnt="0"/>
      <dgm:spPr/>
    </dgm:pt>
    <dgm:pt modelId="{DFCB1099-4FB7-4074-A838-6779C9B3B800}" type="pres">
      <dgm:prSet presAssocID="{1AB51A45-AE06-45E7-A9DA-55C8BB5E70C0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3712D431-A335-40E6-A6DB-8ADAAB5AE842}" type="pres">
      <dgm:prSet presAssocID="{1AB51A45-AE06-45E7-A9DA-55C8BB5E70C0}" presName="descendantText" presStyleLbl="alignAcc1" presStyleIdx="3" presStyleCnt="6">
        <dgm:presLayoutVars>
          <dgm:bulletEnabled val="1"/>
        </dgm:presLayoutVars>
      </dgm:prSet>
      <dgm:spPr/>
    </dgm:pt>
    <dgm:pt modelId="{3D8D10E9-FD53-41AA-92F8-94EFC3D799E5}" type="pres">
      <dgm:prSet presAssocID="{0249C822-23DC-4C42-92C4-B7A15267ACB8}" presName="sp" presStyleCnt="0"/>
      <dgm:spPr/>
    </dgm:pt>
    <dgm:pt modelId="{55EAD5BF-9FD0-4547-B720-A7814F6DF41F}" type="pres">
      <dgm:prSet presAssocID="{5E56B461-80CE-47F5-9E1A-2908253755CE}" presName="composite" presStyleCnt="0"/>
      <dgm:spPr/>
    </dgm:pt>
    <dgm:pt modelId="{1094D08A-160E-4BD7-A08B-A02A201CD109}" type="pres">
      <dgm:prSet presAssocID="{5E56B461-80CE-47F5-9E1A-2908253755CE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CFC3C98C-C5D0-4727-9F52-9067E98665F3}" type="pres">
      <dgm:prSet presAssocID="{5E56B461-80CE-47F5-9E1A-2908253755CE}" presName="descendantText" presStyleLbl="alignAcc1" presStyleIdx="4" presStyleCnt="6">
        <dgm:presLayoutVars>
          <dgm:bulletEnabled val="1"/>
        </dgm:presLayoutVars>
      </dgm:prSet>
      <dgm:spPr/>
    </dgm:pt>
    <dgm:pt modelId="{2DA88BDB-337D-4910-BB35-AACA848900D8}" type="pres">
      <dgm:prSet presAssocID="{31B035F2-09B4-4852-8CEF-B9454DF0D187}" presName="sp" presStyleCnt="0"/>
      <dgm:spPr/>
    </dgm:pt>
    <dgm:pt modelId="{46BE3BB0-CAC1-4F2C-9F82-C36BC7A729B6}" type="pres">
      <dgm:prSet presAssocID="{3B7A4F27-044A-4F77-B019-6AE33623D025}" presName="composite" presStyleCnt="0"/>
      <dgm:spPr/>
    </dgm:pt>
    <dgm:pt modelId="{907DC850-420F-4D4E-986D-D9B5C077FD8C}" type="pres">
      <dgm:prSet presAssocID="{3B7A4F27-044A-4F77-B019-6AE33623D025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B885420A-5D69-479F-8A98-6B094291C571}" type="pres">
      <dgm:prSet presAssocID="{3B7A4F27-044A-4F77-B019-6AE33623D025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27A21716-01CC-4F1D-AB3E-0D8709EEE344}" type="presOf" srcId="{4978F275-FB8D-42F2-B9B0-7283179DDFE9}" destId="{81E620A8-7087-4DE6-8945-F8F4524096C5}" srcOrd="0" destOrd="0" presId="urn:microsoft.com/office/officeart/2005/8/layout/chevron2"/>
    <dgm:cxn modelId="{6BA6D51A-9CCF-4326-86CE-90C26841322C}" srcId="{CA97FC3A-28E3-497A-89F0-674AE9B28772}" destId="{4978F275-FB8D-42F2-B9B0-7283179DDFE9}" srcOrd="0" destOrd="0" parTransId="{59CB097A-8692-4280-B214-93FFD425D5D4}" sibTransId="{B2F61661-882D-488B-B0CC-E7D8ACC63697}"/>
    <dgm:cxn modelId="{D517671C-EC80-4CA7-9941-EE51C48A5FC2}" type="presOf" srcId="{1AB51A45-AE06-45E7-A9DA-55C8BB5E70C0}" destId="{DFCB1099-4FB7-4074-A838-6779C9B3B800}" srcOrd="0" destOrd="0" presId="urn:microsoft.com/office/officeart/2005/8/layout/chevron2"/>
    <dgm:cxn modelId="{828B8F36-3BF2-4F9E-A69E-4734C63F1CEA}" srcId="{9A4B82F7-20DD-4927-9685-1311B17566C6}" destId="{3AD4B02F-06C7-478A-9033-A7DA27CD5BB8}" srcOrd="0" destOrd="0" parTransId="{13096D75-DB2D-4AFE-9AA9-7888F6670E43}" sibTransId="{8B9E247B-EE36-4D97-BFD0-19EF0B8383AB}"/>
    <dgm:cxn modelId="{66552F47-6A7E-4D4B-BC10-0EBC8CF424ED}" srcId="{3B7A4F27-044A-4F77-B019-6AE33623D025}" destId="{AE3FE40F-6D37-4CE7-82AA-58D2D47E1B7D}" srcOrd="0" destOrd="0" parTransId="{27BCBFEA-3DCB-411B-945E-4179D4F2B979}" sibTransId="{02D5FC31-D860-4326-BC07-C4602F01086E}"/>
    <dgm:cxn modelId="{ED99E149-3AE0-4943-85F6-B7506B5236EC}" srcId="{1AB51A45-AE06-45E7-A9DA-55C8BB5E70C0}" destId="{D75E86B9-1106-4687-B54C-9ACA060BD7E0}" srcOrd="0" destOrd="0" parTransId="{CD7E87D9-DC9B-40D3-80E9-BD9EE61EDC38}" sibTransId="{CCF0FB3F-18F3-4E60-9C5A-24D509B184CA}"/>
    <dgm:cxn modelId="{5D6C686E-7BDC-43B8-B486-81E35F267354}" type="presOf" srcId="{9A4B82F7-20DD-4927-9685-1311B17566C6}" destId="{4F7B53BF-974A-4E33-B974-F9B55025CFD5}" srcOrd="0" destOrd="0" presId="urn:microsoft.com/office/officeart/2005/8/layout/chevron2"/>
    <dgm:cxn modelId="{B5F45870-6555-4FDC-ABAF-6A957C0022F2}" type="presOf" srcId="{5B8BC534-517D-456B-AC8A-5BBAE2BCBE11}" destId="{CFC3C98C-C5D0-4727-9F52-9067E98665F3}" srcOrd="0" destOrd="0" presId="urn:microsoft.com/office/officeart/2005/8/layout/chevron2"/>
    <dgm:cxn modelId="{8E416572-77D4-430A-9FD8-F7A5280D4A1D}" srcId="{41AF510F-0E2A-497E-B96A-D096DB7B897B}" destId="{B3BD7BB8-7B64-44B4-AC59-EED3EE38585C}" srcOrd="0" destOrd="0" parTransId="{9C56B312-61F8-40B3-B9E3-18976627A821}" sibTransId="{446EB4E8-4B81-4CD2-B1F3-B556AD0E73AF}"/>
    <dgm:cxn modelId="{3195A47E-B644-45C2-8B52-BAF3D3B9B804}" type="presOf" srcId="{41AF510F-0E2A-497E-B96A-D096DB7B897B}" destId="{85D68C3E-6771-4219-A862-BAB728749628}" srcOrd="0" destOrd="0" presId="urn:microsoft.com/office/officeart/2005/8/layout/chevron2"/>
    <dgm:cxn modelId="{9FCDE482-AD20-4EA1-B5D4-F8479C4C3218}" type="presOf" srcId="{3AD4B02F-06C7-478A-9033-A7DA27CD5BB8}" destId="{4CC66876-BB59-4268-AD33-C76678E5C0E6}" srcOrd="0" destOrd="0" presId="urn:microsoft.com/office/officeart/2005/8/layout/chevron2"/>
    <dgm:cxn modelId="{35B6E689-68E6-42E9-A394-12E109B8EE2C}" type="presOf" srcId="{5E56B461-80CE-47F5-9E1A-2908253755CE}" destId="{1094D08A-160E-4BD7-A08B-A02A201CD109}" srcOrd="0" destOrd="0" presId="urn:microsoft.com/office/officeart/2005/8/layout/chevron2"/>
    <dgm:cxn modelId="{8300848C-F089-42C1-890A-91BC754D7BFD}" srcId="{3860E309-E46B-4561-B909-4FF6924FEDF5}" destId="{41AF510F-0E2A-497E-B96A-D096DB7B897B}" srcOrd="1" destOrd="0" parTransId="{97A84C0C-1E89-41FC-8C39-C5FEB3A33632}" sibTransId="{9BE5C8F3-90CE-4DA3-A9B8-B545A624CD7B}"/>
    <dgm:cxn modelId="{A8FCA98C-6E9E-4C5B-BC4A-E48D067506AC}" srcId="{3860E309-E46B-4561-B909-4FF6924FEDF5}" destId="{3B7A4F27-044A-4F77-B019-6AE33623D025}" srcOrd="5" destOrd="0" parTransId="{A56C5ABC-1638-40FD-9B45-2CD7FFA9A8FB}" sibTransId="{5CBB1690-D7D9-4D72-8D90-06D2EA6AE53E}"/>
    <dgm:cxn modelId="{12256198-527C-48AF-9AAD-7B7DE0B3CC46}" type="presOf" srcId="{CA97FC3A-28E3-497A-89F0-674AE9B28772}" destId="{7199188C-DC2B-40CA-AD5C-6B1E21E36DA8}" srcOrd="0" destOrd="0" presId="urn:microsoft.com/office/officeart/2005/8/layout/chevron2"/>
    <dgm:cxn modelId="{2F53A09A-3E95-4BB2-B2EE-4E0181B217FE}" type="presOf" srcId="{3860E309-E46B-4561-B909-4FF6924FEDF5}" destId="{9CCD7480-A788-485B-A7C7-996323A460BE}" srcOrd="0" destOrd="0" presId="urn:microsoft.com/office/officeart/2005/8/layout/chevron2"/>
    <dgm:cxn modelId="{2FFA709F-7262-4777-A9CC-FBC4D2CD8538}" srcId="{3860E309-E46B-4561-B909-4FF6924FEDF5}" destId="{CA97FC3A-28E3-497A-89F0-674AE9B28772}" srcOrd="2" destOrd="0" parTransId="{79D73070-6C17-4429-8E6B-F2D5AAC07CE6}" sibTransId="{9F140BDB-4D9D-4125-B754-9853E0643BF1}"/>
    <dgm:cxn modelId="{FA9145AB-68A5-4A07-93C6-489E6FD8B347}" type="presOf" srcId="{3B7A4F27-044A-4F77-B019-6AE33623D025}" destId="{907DC850-420F-4D4E-986D-D9B5C077FD8C}" srcOrd="0" destOrd="0" presId="urn:microsoft.com/office/officeart/2005/8/layout/chevron2"/>
    <dgm:cxn modelId="{3D459CC4-0FDF-4963-80EA-5F2CE88B1DCC}" srcId="{3860E309-E46B-4561-B909-4FF6924FEDF5}" destId="{9A4B82F7-20DD-4927-9685-1311B17566C6}" srcOrd="0" destOrd="0" parTransId="{0E839D74-58F4-422E-A89D-CB6E75682174}" sibTransId="{6511AFAE-373F-40A2-8E29-241ECF19D1A9}"/>
    <dgm:cxn modelId="{E56E32DB-A4DF-4FD7-843E-776F336F00F0}" srcId="{5E56B461-80CE-47F5-9E1A-2908253755CE}" destId="{5B8BC534-517D-456B-AC8A-5BBAE2BCBE11}" srcOrd="0" destOrd="0" parTransId="{D6BA0BC3-EA84-421F-BACA-0EDA99F1DED7}" sibTransId="{AEE3D0F1-6441-4005-9CA5-9CE55AC2B144}"/>
    <dgm:cxn modelId="{9996E1E7-E56F-49F5-B7B7-0253A6F5A389}" srcId="{3860E309-E46B-4561-B909-4FF6924FEDF5}" destId="{1AB51A45-AE06-45E7-A9DA-55C8BB5E70C0}" srcOrd="3" destOrd="0" parTransId="{6FA49F44-6D75-4CC5-9141-D24C17539DD9}" sibTransId="{0249C822-23DC-4C42-92C4-B7A15267ACB8}"/>
    <dgm:cxn modelId="{BE9E3FEB-3117-4E6F-8ED2-A95AA31ECDCF}" type="presOf" srcId="{B3BD7BB8-7B64-44B4-AC59-EED3EE38585C}" destId="{583C73D5-02F0-4DC8-88FF-F7CAC2DA1255}" srcOrd="0" destOrd="0" presId="urn:microsoft.com/office/officeart/2005/8/layout/chevron2"/>
    <dgm:cxn modelId="{7FA282F6-3B8A-4718-860A-4433C5ED5B58}" type="presOf" srcId="{D75E86B9-1106-4687-B54C-9ACA060BD7E0}" destId="{3712D431-A335-40E6-A6DB-8ADAAB5AE842}" srcOrd="0" destOrd="0" presId="urn:microsoft.com/office/officeart/2005/8/layout/chevron2"/>
    <dgm:cxn modelId="{BF8099F8-FC14-4F14-8659-502956B207AF}" srcId="{3860E309-E46B-4561-B909-4FF6924FEDF5}" destId="{5E56B461-80CE-47F5-9E1A-2908253755CE}" srcOrd="4" destOrd="0" parTransId="{33E3791D-1B83-4D54-AD9E-58C3DF9E319C}" sibTransId="{31B035F2-09B4-4852-8CEF-B9454DF0D187}"/>
    <dgm:cxn modelId="{EF1220FC-7998-4006-A3D9-34BD8D12EFF9}" type="presOf" srcId="{AE3FE40F-6D37-4CE7-82AA-58D2D47E1B7D}" destId="{B885420A-5D69-479F-8A98-6B094291C571}" srcOrd="0" destOrd="0" presId="urn:microsoft.com/office/officeart/2005/8/layout/chevron2"/>
    <dgm:cxn modelId="{B1FC1F9B-D522-4938-8175-5B402D4EAA77}" type="presParOf" srcId="{9CCD7480-A788-485B-A7C7-996323A460BE}" destId="{24380F66-B14A-4110-9324-6D274B263A0A}" srcOrd="0" destOrd="0" presId="urn:microsoft.com/office/officeart/2005/8/layout/chevron2"/>
    <dgm:cxn modelId="{7C8EE449-0173-42C6-AE10-3AB19C129A34}" type="presParOf" srcId="{24380F66-B14A-4110-9324-6D274B263A0A}" destId="{4F7B53BF-974A-4E33-B974-F9B55025CFD5}" srcOrd="0" destOrd="0" presId="urn:microsoft.com/office/officeart/2005/8/layout/chevron2"/>
    <dgm:cxn modelId="{B2DE8F66-6E6A-4C7C-AB72-1445485F55F2}" type="presParOf" srcId="{24380F66-B14A-4110-9324-6D274B263A0A}" destId="{4CC66876-BB59-4268-AD33-C76678E5C0E6}" srcOrd="1" destOrd="0" presId="urn:microsoft.com/office/officeart/2005/8/layout/chevron2"/>
    <dgm:cxn modelId="{55D42A18-DBEF-48FD-B214-A7B168FE69AD}" type="presParOf" srcId="{9CCD7480-A788-485B-A7C7-996323A460BE}" destId="{2903208E-613E-4895-9CEA-6283D74C5664}" srcOrd="1" destOrd="0" presId="urn:microsoft.com/office/officeart/2005/8/layout/chevron2"/>
    <dgm:cxn modelId="{E08B6727-2932-4F7A-90A5-8E844B22122A}" type="presParOf" srcId="{9CCD7480-A788-485B-A7C7-996323A460BE}" destId="{FD0BB3CF-46A3-491C-ACB9-3B50E872D653}" srcOrd="2" destOrd="0" presId="urn:microsoft.com/office/officeart/2005/8/layout/chevron2"/>
    <dgm:cxn modelId="{8C81D01D-2C38-44D7-81C9-D573B212146E}" type="presParOf" srcId="{FD0BB3CF-46A3-491C-ACB9-3B50E872D653}" destId="{85D68C3E-6771-4219-A862-BAB728749628}" srcOrd="0" destOrd="0" presId="urn:microsoft.com/office/officeart/2005/8/layout/chevron2"/>
    <dgm:cxn modelId="{20CBDE64-D76C-4FE0-A3A5-2D01F5C396F4}" type="presParOf" srcId="{FD0BB3CF-46A3-491C-ACB9-3B50E872D653}" destId="{583C73D5-02F0-4DC8-88FF-F7CAC2DA1255}" srcOrd="1" destOrd="0" presId="urn:microsoft.com/office/officeart/2005/8/layout/chevron2"/>
    <dgm:cxn modelId="{94C61108-2B14-4CCB-AC5B-8ABC3FD6AC3E}" type="presParOf" srcId="{9CCD7480-A788-485B-A7C7-996323A460BE}" destId="{B6580AEE-40C8-4703-96F2-D7A2370C826F}" srcOrd="3" destOrd="0" presId="urn:microsoft.com/office/officeart/2005/8/layout/chevron2"/>
    <dgm:cxn modelId="{87796F93-221F-43F0-8AD5-C8CEFF87FE59}" type="presParOf" srcId="{9CCD7480-A788-485B-A7C7-996323A460BE}" destId="{AFDCB583-1F6A-4EFF-B8A4-33FAB4496E71}" srcOrd="4" destOrd="0" presId="urn:microsoft.com/office/officeart/2005/8/layout/chevron2"/>
    <dgm:cxn modelId="{AE29A0C4-D11C-4574-9D06-23D73D28F6D7}" type="presParOf" srcId="{AFDCB583-1F6A-4EFF-B8A4-33FAB4496E71}" destId="{7199188C-DC2B-40CA-AD5C-6B1E21E36DA8}" srcOrd="0" destOrd="0" presId="urn:microsoft.com/office/officeart/2005/8/layout/chevron2"/>
    <dgm:cxn modelId="{A188AB19-4B52-468C-B4D9-E88DDA93BD25}" type="presParOf" srcId="{AFDCB583-1F6A-4EFF-B8A4-33FAB4496E71}" destId="{81E620A8-7087-4DE6-8945-F8F4524096C5}" srcOrd="1" destOrd="0" presId="urn:microsoft.com/office/officeart/2005/8/layout/chevron2"/>
    <dgm:cxn modelId="{75A98406-45F9-4B9B-8066-69681D69A9D6}" type="presParOf" srcId="{9CCD7480-A788-485B-A7C7-996323A460BE}" destId="{C3954F64-15BC-4DBB-B7E4-DE834B037A2D}" srcOrd="5" destOrd="0" presId="urn:microsoft.com/office/officeart/2005/8/layout/chevron2"/>
    <dgm:cxn modelId="{5271F7F3-7ECD-456F-8512-6A0BF84CC288}" type="presParOf" srcId="{9CCD7480-A788-485B-A7C7-996323A460BE}" destId="{71ECED78-FB94-4EA9-BA18-EDA3BD3D7FAE}" srcOrd="6" destOrd="0" presId="urn:microsoft.com/office/officeart/2005/8/layout/chevron2"/>
    <dgm:cxn modelId="{167CFD86-A7BA-4250-8BBE-78FF5970B051}" type="presParOf" srcId="{71ECED78-FB94-4EA9-BA18-EDA3BD3D7FAE}" destId="{DFCB1099-4FB7-4074-A838-6779C9B3B800}" srcOrd="0" destOrd="0" presId="urn:microsoft.com/office/officeart/2005/8/layout/chevron2"/>
    <dgm:cxn modelId="{F51F946D-AA7C-4569-8C3C-0ED0332C58D2}" type="presParOf" srcId="{71ECED78-FB94-4EA9-BA18-EDA3BD3D7FAE}" destId="{3712D431-A335-40E6-A6DB-8ADAAB5AE842}" srcOrd="1" destOrd="0" presId="urn:microsoft.com/office/officeart/2005/8/layout/chevron2"/>
    <dgm:cxn modelId="{A8C197C3-1379-4D3D-8F16-8855C1A395A1}" type="presParOf" srcId="{9CCD7480-A788-485B-A7C7-996323A460BE}" destId="{3D8D10E9-FD53-41AA-92F8-94EFC3D799E5}" srcOrd="7" destOrd="0" presId="urn:microsoft.com/office/officeart/2005/8/layout/chevron2"/>
    <dgm:cxn modelId="{19289568-5351-4C93-99DD-EE62E7FAD619}" type="presParOf" srcId="{9CCD7480-A788-485B-A7C7-996323A460BE}" destId="{55EAD5BF-9FD0-4547-B720-A7814F6DF41F}" srcOrd="8" destOrd="0" presId="urn:microsoft.com/office/officeart/2005/8/layout/chevron2"/>
    <dgm:cxn modelId="{41F13577-ABD9-4F2B-A335-258EE33DBBC1}" type="presParOf" srcId="{55EAD5BF-9FD0-4547-B720-A7814F6DF41F}" destId="{1094D08A-160E-4BD7-A08B-A02A201CD109}" srcOrd="0" destOrd="0" presId="urn:microsoft.com/office/officeart/2005/8/layout/chevron2"/>
    <dgm:cxn modelId="{A5F20445-913E-450B-B224-8704E5F24B57}" type="presParOf" srcId="{55EAD5BF-9FD0-4547-B720-A7814F6DF41F}" destId="{CFC3C98C-C5D0-4727-9F52-9067E98665F3}" srcOrd="1" destOrd="0" presId="urn:microsoft.com/office/officeart/2005/8/layout/chevron2"/>
    <dgm:cxn modelId="{4853E0FE-570F-4A37-BE7E-15BB8C802F1D}" type="presParOf" srcId="{9CCD7480-A788-485B-A7C7-996323A460BE}" destId="{2DA88BDB-337D-4910-BB35-AACA848900D8}" srcOrd="9" destOrd="0" presId="urn:microsoft.com/office/officeart/2005/8/layout/chevron2"/>
    <dgm:cxn modelId="{D643152A-0E44-4084-9C4C-4815A58724BE}" type="presParOf" srcId="{9CCD7480-A788-485B-A7C7-996323A460BE}" destId="{46BE3BB0-CAC1-4F2C-9F82-C36BC7A729B6}" srcOrd="10" destOrd="0" presId="urn:microsoft.com/office/officeart/2005/8/layout/chevron2"/>
    <dgm:cxn modelId="{3B6C5850-6359-43DC-AF74-A63E58738144}" type="presParOf" srcId="{46BE3BB0-CAC1-4F2C-9F82-C36BC7A729B6}" destId="{907DC850-420F-4D4E-986D-D9B5C077FD8C}" srcOrd="0" destOrd="0" presId="urn:microsoft.com/office/officeart/2005/8/layout/chevron2"/>
    <dgm:cxn modelId="{31E032A8-B53B-47A6-ACE5-0E0AA1419D22}" type="presParOf" srcId="{46BE3BB0-CAC1-4F2C-9F82-C36BC7A729B6}" destId="{B885420A-5D69-479F-8A98-6B094291C57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A26550-8236-4DFF-AD08-2E805CCDB587}" type="doc">
      <dgm:prSet loTypeId="urn:microsoft.com/office/officeart/2005/8/layout/vList2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0805E0E3-262E-430C-BDA1-89FCF96238AA}">
      <dgm:prSet/>
      <dgm:spPr/>
      <dgm:t>
        <a:bodyPr/>
        <a:lstStyle/>
        <a:p>
          <a:r>
            <a: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 liste des choix techniques/technologiques </a:t>
          </a:r>
        </a:p>
      </dgm:t>
    </dgm:pt>
    <dgm:pt modelId="{29DD43DC-F586-43D8-A73B-8D46E856050B}" type="parTrans" cxnId="{407979BD-6743-4686-9341-E343566F551E}">
      <dgm:prSet/>
      <dgm:spPr/>
      <dgm:t>
        <a:bodyPr/>
        <a:lstStyle/>
        <a:p>
          <a:endParaRPr lang="fr-FR"/>
        </a:p>
      </dgm:t>
    </dgm:pt>
    <dgm:pt modelId="{9A93FFD3-D88A-41BE-8FEB-8614C63FCA30}" type="sibTrans" cxnId="{407979BD-6743-4686-9341-E343566F551E}">
      <dgm:prSet/>
      <dgm:spPr/>
      <dgm:t>
        <a:bodyPr/>
        <a:lstStyle/>
        <a:p>
          <a:endParaRPr lang="fr-FR"/>
        </a:p>
      </dgm:t>
    </dgm:pt>
    <dgm:pt modelId="{F0DC1CDF-1751-4CF0-9E85-44203D786861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prototypage des structures électroniques et logicielles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507CA1E0-F6EC-4209-B2D8-2B4DA3359A4C}" type="parTrans" cxnId="{CA347BB7-DC91-4DC9-8A92-646B078622E9}">
      <dgm:prSet/>
      <dgm:spPr/>
      <dgm:t>
        <a:bodyPr/>
        <a:lstStyle/>
        <a:p>
          <a:endParaRPr lang="fr-FR"/>
        </a:p>
      </dgm:t>
    </dgm:pt>
    <dgm:pt modelId="{7A0CDC69-DF2E-4A7D-844E-7A08DEA84D41}" type="sibTrans" cxnId="{CA347BB7-DC91-4DC9-8A92-646B078622E9}">
      <dgm:prSet/>
      <dgm:spPr/>
      <dgm:t>
        <a:bodyPr/>
        <a:lstStyle/>
        <a:p>
          <a:endParaRPr lang="fr-FR"/>
        </a:p>
      </dgm:t>
    </dgm:pt>
    <dgm:pt modelId="{9775572E-E12E-483D-89BD-4DB0C7ADE5D6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schéma structurel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666F866D-FDC1-478D-9562-E92A57AFA59E}" type="parTrans" cxnId="{A685E368-DC68-41EE-BB61-E1569FF3F04E}">
      <dgm:prSet/>
      <dgm:spPr/>
      <dgm:t>
        <a:bodyPr/>
        <a:lstStyle/>
        <a:p>
          <a:endParaRPr lang="fr-FR"/>
        </a:p>
      </dgm:t>
    </dgm:pt>
    <dgm:pt modelId="{424D6850-3B6B-4872-A5F9-882ECD13C230}" type="sibTrans" cxnId="{A685E368-DC68-41EE-BB61-E1569FF3F04E}">
      <dgm:prSet/>
      <dgm:spPr/>
      <dgm:t>
        <a:bodyPr/>
        <a:lstStyle/>
        <a:p>
          <a:endParaRPr lang="fr-FR"/>
        </a:p>
      </dgm:t>
    </dgm:pt>
    <dgm:pt modelId="{A82572F2-D534-4705-8A2F-6B68EF30B83E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routage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ED658559-DF9B-46F9-9FAC-DEB61ECEB9FF}" type="parTrans" cxnId="{7BDED003-9ACE-4BDA-86EF-78A4AECEFE4C}">
      <dgm:prSet/>
      <dgm:spPr/>
      <dgm:t>
        <a:bodyPr/>
        <a:lstStyle/>
        <a:p>
          <a:endParaRPr lang="fr-FR"/>
        </a:p>
      </dgm:t>
    </dgm:pt>
    <dgm:pt modelId="{CC644D23-DAE1-4ED2-BBD8-0616F7179C85}" type="sibTrans" cxnId="{7BDED003-9ACE-4BDA-86EF-78A4AECEFE4C}">
      <dgm:prSet/>
      <dgm:spPr/>
      <dgm:t>
        <a:bodyPr/>
        <a:lstStyle/>
        <a:p>
          <a:endParaRPr lang="fr-FR"/>
        </a:p>
      </dgm:t>
    </dgm:pt>
    <dgm:pt modelId="{C4E7F161-0A01-4280-860C-7A54B1CC6C9D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code du microcontrôleur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93E725B6-053E-4A7F-8783-DA3FDD37E0A5}" type="parTrans" cxnId="{60466A0A-907E-4C75-9C28-19ECFB417E4F}">
      <dgm:prSet/>
      <dgm:spPr/>
      <dgm:t>
        <a:bodyPr/>
        <a:lstStyle/>
        <a:p>
          <a:endParaRPr lang="fr-FR"/>
        </a:p>
      </dgm:t>
    </dgm:pt>
    <dgm:pt modelId="{056E69F5-4B31-4F01-B57A-0F4775A991F0}" type="sibTrans" cxnId="{60466A0A-907E-4C75-9C28-19ECFB417E4F}">
      <dgm:prSet/>
      <dgm:spPr/>
      <dgm:t>
        <a:bodyPr/>
        <a:lstStyle/>
        <a:p>
          <a:endParaRPr lang="fr-FR"/>
        </a:p>
      </dgm:t>
    </dgm:pt>
    <dgm:pt modelId="{9EDE95B5-09BC-4E2C-AF2B-1866B7F92E9C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mode d’emploi / la procédure d’utilisation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E7BD3CDA-2CB9-4C92-86A8-CD536CF6CC0A}" type="parTrans" cxnId="{9DFB0C65-B819-476B-881B-180B42338492}">
      <dgm:prSet/>
      <dgm:spPr/>
      <dgm:t>
        <a:bodyPr/>
        <a:lstStyle/>
        <a:p>
          <a:endParaRPr lang="fr-FR"/>
        </a:p>
      </dgm:t>
    </dgm:pt>
    <dgm:pt modelId="{D00BA4D1-272D-4799-BE1C-08EFCE8CDFF0}" type="sibTrans" cxnId="{9DFB0C65-B819-476B-881B-180B42338492}">
      <dgm:prSet/>
      <dgm:spPr/>
      <dgm:t>
        <a:bodyPr/>
        <a:lstStyle/>
        <a:p>
          <a:endParaRPr lang="fr-FR"/>
        </a:p>
      </dgm:t>
    </dgm:pt>
    <dgm:pt modelId="{127B25DA-D248-4DDA-986F-4CCD1480FDBF}">
      <dgm:prSet custT="1"/>
      <dgm:spPr/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Les perspectives… 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2BB630F5-6C3A-445C-8B06-D17D1DEF8250}" type="parTrans" cxnId="{F09BD5F6-4509-4145-B0F7-B1D6DF2C431D}">
      <dgm:prSet/>
      <dgm:spPr/>
      <dgm:t>
        <a:bodyPr/>
        <a:lstStyle/>
        <a:p>
          <a:endParaRPr lang="fr-FR"/>
        </a:p>
      </dgm:t>
    </dgm:pt>
    <dgm:pt modelId="{E90606FE-DA71-4E4E-A21A-0B59C6A74B0C}" type="sibTrans" cxnId="{F09BD5F6-4509-4145-B0F7-B1D6DF2C431D}">
      <dgm:prSet/>
      <dgm:spPr/>
      <dgm:t>
        <a:bodyPr/>
        <a:lstStyle/>
        <a:p>
          <a:endParaRPr lang="fr-FR"/>
        </a:p>
      </dgm:t>
    </dgm:pt>
    <dgm:pt modelId="{7BAE7252-8AAD-4B0D-AB55-C1226D1B3E25}">
      <dgm:prSet custT="1"/>
      <dgm:spPr/>
      <dgm:t>
        <a:bodyPr/>
        <a:lstStyle/>
        <a:p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Un coût de moins de 500 €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gm:t>
    </dgm:pt>
    <dgm:pt modelId="{87C9F680-5CD1-4012-8CA7-0E563912102A}" type="parTrans" cxnId="{BEE67E3E-AD33-43A1-A3DF-E3B5560E2789}">
      <dgm:prSet/>
      <dgm:spPr/>
      <dgm:t>
        <a:bodyPr/>
        <a:lstStyle/>
        <a:p>
          <a:endParaRPr lang="fr-FR"/>
        </a:p>
      </dgm:t>
    </dgm:pt>
    <dgm:pt modelId="{867273A0-60B8-4CE6-AA1E-879F89DD027A}" type="sibTrans" cxnId="{BEE67E3E-AD33-43A1-A3DF-E3B5560E2789}">
      <dgm:prSet/>
      <dgm:spPr/>
      <dgm:t>
        <a:bodyPr/>
        <a:lstStyle/>
        <a:p>
          <a:endParaRPr lang="fr-FR"/>
        </a:p>
      </dgm:t>
    </dgm:pt>
    <dgm:pt modelId="{1D13EE6D-ED2F-4A20-BEF7-455614DD66B5}" type="pres">
      <dgm:prSet presAssocID="{4EA26550-8236-4DFF-AD08-2E805CCDB587}" presName="linear" presStyleCnt="0">
        <dgm:presLayoutVars>
          <dgm:animLvl val="lvl"/>
          <dgm:resizeHandles val="exact"/>
        </dgm:presLayoutVars>
      </dgm:prSet>
      <dgm:spPr/>
    </dgm:pt>
    <dgm:pt modelId="{9803CD15-9A4C-4C0F-98A8-1133CD3A02FF}" type="pres">
      <dgm:prSet presAssocID="{0805E0E3-262E-430C-BDA1-89FCF96238AA}" presName="parentText" presStyleLbl="node1" presStyleIdx="0" presStyleCnt="8" custLinFactY="-29035" custLinFactNeighborX="-8019" custLinFactNeighborY="-100000">
        <dgm:presLayoutVars>
          <dgm:chMax val="0"/>
          <dgm:bulletEnabled val="1"/>
        </dgm:presLayoutVars>
      </dgm:prSet>
      <dgm:spPr/>
    </dgm:pt>
    <dgm:pt modelId="{2269D2EA-607A-4A3B-A904-687FCAA3B1CC}" type="pres">
      <dgm:prSet presAssocID="{9A93FFD3-D88A-41BE-8FEB-8614C63FCA30}" presName="spacer" presStyleCnt="0"/>
      <dgm:spPr/>
    </dgm:pt>
    <dgm:pt modelId="{652183C0-C08B-43C6-9C4A-CB47CA4EB5FB}" type="pres">
      <dgm:prSet presAssocID="{F0DC1CDF-1751-4CF0-9E85-44203D786861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CB313D3-81A8-4C97-9711-9BAE1357427C}" type="pres">
      <dgm:prSet presAssocID="{7A0CDC69-DF2E-4A7D-844E-7A08DEA84D41}" presName="spacer" presStyleCnt="0"/>
      <dgm:spPr/>
    </dgm:pt>
    <dgm:pt modelId="{A0E5CBEA-24F3-477B-B819-AAC77E2778A0}" type="pres">
      <dgm:prSet presAssocID="{9775572E-E12E-483D-89BD-4DB0C7ADE5D6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EF91F5E6-AB15-4B28-9B6D-4936C0AD4A49}" type="pres">
      <dgm:prSet presAssocID="{424D6850-3B6B-4872-A5F9-882ECD13C230}" presName="spacer" presStyleCnt="0"/>
      <dgm:spPr/>
    </dgm:pt>
    <dgm:pt modelId="{49579566-A967-4698-9299-22F9DC376B3D}" type="pres">
      <dgm:prSet presAssocID="{A82572F2-D534-4705-8A2F-6B68EF30B83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EC288DEB-BCBC-47C4-BCC8-D4DD05F55474}" type="pres">
      <dgm:prSet presAssocID="{CC644D23-DAE1-4ED2-BBD8-0616F7179C85}" presName="spacer" presStyleCnt="0"/>
      <dgm:spPr/>
    </dgm:pt>
    <dgm:pt modelId="{591A83A7-33CD-49A9-B43E-A9663F62A3F0}" type="pres">
      <dgm:prSet presAssocID="{C4E7F161-0A01-4280-860C-7A54B1CC6C9D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6250B3C-07D3-4B6A-864E-0574568EBAA1}" type="pres">
      <dgm:prSet presAssocID="{056E69F5-4B31-4F01-B57A-0F4775A991F0}" presName="spacer" presStyleCnt="0"/>
      <dgm:spPr/>
    </dgm:pt>
    <dgm:pt modelId="{E07F5984-F148-439B-8027-2C5D9BB76F09}" type="pres">
      <dgm:prSet presAssocID="{9EDE95B5-09BC-4E2C-AF2B-1866B7F92E9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EB42D23-D45F-4F3C-B16E-48658AD61BA6}" type="pres">
      <dgm:prSet presAssocID="{D00BA4D1-272D-4799-BE1C-08EFCE8CDFF0}" presName="spacer" presStyleCnt="0"/>
      <dgm:spPr/>
    </dgm:pt>
    <dgm:pt modelId="{5711CC92-3DFF-43E0-B35E-EA0348BB8854}" type="pres">
      <dgm:prSet presAssocID="{127B25DA-D248-4DDA-986F-4CCD1480FDBF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0E91D47-1D3A-4B24-B3FF-5F40C1ABA7BA}" type="pres">
      <dgm:prSet presAssocID="{E90606FE-DA71-4E4E-A21A-0B59C6A74B0C}" presName="spacer" presStyleCnt="0"/>
      <dgm:spPr/>
    </dgm:pt>
    <dgm:pt modelId="{D0473071-0030-42F7-94B1-4158E7E288A0}" type="pres">
      <dgm:prSet presAssocID="{7BAE7252-8AAD-4B0D-AB55-C1226D1B3E25}" presName="parentText" presStyleLbl="node1" presStyleIdx="7" presStyleCnt="8" custLinFactNeighborX="-1377" custLinFactNeighborY="-21986">
        <dgm:presLayoutVars>
          <dgm:chMax val="0"/>
          <dgm:bulletEnabled val="1"/>
        </dgm:presLayoutVars>
      </dgm:prSet>
      <dgm:spPr/>
    </dgm:pt>
  </dgm:ptLst>
  <dgm:cxnLst>
    <dgm:cxn modelId="{7BDED003-9ACE-4BDA-86EF-78A4AECEFE4C}" srcId="{4EA26550-8236-4DFF-AD08-2E805CCDB587}" destId="{A82572F2-D534-4705-8A2F-6B68EF30B83E}" srcOrd="3" destOrd="0" parTransId="{ED658559-DF9B-46F9-9FAC-DEB61ECEB9FF}" sibTransId="{CC644D23-DAE1-4ED2-BBD8-0616F7179C85}"/>
    <dgm:cxn modelId="{60466A0A-907E-4C75-9C28-19ECFB417E4F}" srcId="{4EA26550-8236-4DFF-AD08-2E805CCDB587}" destId="{C4E7F161-0A01-4280-860C-7A54B1CC6C9D}" srcOrd="4" destOrd="0" parTransId="{93E725B6-053E-4A7F-8783-DA3FDD37E0A5}" sibTransId="{056E69F5-4B31-4F01-B57A-0F4775A991F0}"/>
    <dgm:cxn modelId="{2DB37212-AEEE-4849-A373-A8F8914AB6BD}" type="presOf" srcId="{127B25DA-D248-4DDA-986F-4CCD1480FDBF}" destId="{5711CC92-3DFF-43E0-B35E-EA0348BB8854}" srcOrd="0" destOrd="0" presId="urn:microsoft.com/office/officeart/2005/8/layout/vList2"/>
    <dgm:cxn modelId="{27592414-06D7-4CA0-924E-0396443E0E56}" type="presOf" srcId="{7BAE7252-8AAD-4B0D-AB55-C1226D1B3E25}" destId="{D0473071-0030-42F7-94B1-4158E7E288A0}" srcOrd="0" destOrd="0" presId="urn:microsoft.com/office/officeart/2005/8/layout/vList2"/>
    <dgm:cxn modelId="{BEE67E3E-AD33-43A1-A3DF-E3B5560E2789}" srcId="{4EA26550-8236-4DFF-AD08-2E805CCDB587}" destId="{7BAE7252-8AAD-4B0D-AB55-C1226D1B3E25}" srcOrd="7" destOrd="0" parTransId="{87C9F680-5CD1-4012-8CA7-0E563912102A}" sibTransId="{867273A0-60B8-4CE6-AA1E-879F89DD027A}"/>
    <dgm:cxn modelId="{4BD1E45E-E34A-4AA8-A6DA-7CA4FAFDAE68}" type="presOf" srcId="{9EDE95B5-09BC-4E2C-AF2B-1866B7F92E9C}" destId="{E07F5984-F148-439B-8027-2C5D9BB76F09}" srcOrd="0" destOrd="0" presId="urn:microsoft.com/office/officeart/2005/8/layout/vList2"/>
    <dgm:cxn modelId="{DA395C61-66C7-4981-BC27-AD156803B8DE}" type="presOf" srcId="{4EA26550-8236-4DFF-AD08-2E805CCDB587}" destId="{1D13EE6D-ED2F-4A20-BEF7-455614DD66B5}" srcOrd="0" destOrd="0" presId="urn:microsoft.com/office/officeart/2005/8/layout/vList2"/>
    <dgm:cxn modelId="{9DFB0C65-B819-476B-881B-180B42338492}" srcId="{4EA26550-8236-4DFF-AD08-2E805CCDB587}" destId="{9EDE95B5-09BC-4E2C-AF2B-1866B7F92E9C}" srcOrd="5" destOrd="0" parTransId="{E7BD3CDA-2CB9-4C92-86A8-CD536CF6CC0A}" sibTransId="{D00BA4D1-272D-4799-BE1C-08EFCE8CDFF0}"/>
    <dgm:cxn modelId="{A685E368-DC68-41EE-BB61-E1569FF3F04E}" srcId="{4EA26550-8236-4DFF-AD08-2E805CCDB587}" destId="{9775572E-E12E-483D-89BD-4DB0C7ADE5D6}" srcOrd="2" destOrd="0" parTransId="{666F866D-FDC1-478D-9562-E92A57AFA59E}" sibTransId="{424D6850-3B6B-4872-A5F9-882ECD13C230}"/>
    <dgm:cxn modelId="{5ED7406A-CAF3-4AB1-8BEB-DFA6EB298630}" type="presOf" srcId="{A82572F2-D534-4705-8A2F-6B68EF30B83E}" destId="{49579566-A967-4698-9299-22F9DC376B3D}" srcOrd="0" destOrd="0" presId="urn:microsoft.com/office/officeart/2005/8/layout/vList2"/>
    <dgm:cxn modelId="{B76AD44C-CC0F-49BA-B4C6-CDE5E915CEE5}" type="presOf" srcId="{F0DC1CDF-1751-4CF0-9E85-44203D786861}" destId="{652183C0-C08B-43C6-9C4A-CB47CA4EB5FB}" srcOrd="0" destOrd="0" presId="urn:microsoft.com/office/officeart/2005/8/layout/vList2"/>
    <dgm:cxn modelId="{6BD41356-AB91-4261-8646-13ED71067C3A}" type="presOf" srcId="{9775572E-E12E-483D-89BD-4DB0C7ADE5D6}" destId="{A0E5CBEA-24F3-477B-B819-AAC77E2778A0}" srcOrd="0" destOrd="0" presId="urn:microsoft.com/office/officeart/2005/8/layout/vList2"/>
    <dgm:cxn modelId="{1E8B25B6-0E93-4525-BBC8-602CDC5940A5}" type="presOf" srcId="{C4E7F161-0A01-4280-860C-7A54B1CC6C9D}" destId="{591A83A7-33CD-49A9-B43E-A9663F62A3F0}" srcOrd="0" destOrd="0" presId="urn:microsoft.com/office/officeart/2005/8/layout/vList2"/>
    <dgm:cxn modelId="{CA347BB7-DC91-4DC9-8A92-646B078622E9}" srcId="{4EA26550-8236-4DFF-AD08-2E805CCDB587}" destId="{F0DC1CDF-1751-4CF0-9E85-44203D786861}" srcOrd="1" destOrd="0" parTransId="{507CA1E0-F6EC-4209-B2D8-2B4DA3359A4C}" sibTransId="{7A0CDC69-DF2E-4A7D-844E-7A08DEA84D41}"/>
    <dgm:cxn modelId="{F333CABA-B188-4784-9CB0-0A1CD858B8B0}" type="presOf" srcId="{0805E0E3-262E-430C-BDA1-89FCF96238AA}" destId="{9803CD15-9A4C-4C0F-98A8-1133CD3A02FF}" srcOrd="0" destOrd="0" presId="urn:microsoft.com/office/officeart/2005/8/layout/vList2"/>
    <dgm:cxn modelId="{407979BD-6743-4686-9341-E343566F551E}" srcId="{4EA26550-8236-4DFF-AD08-2E805CCDB587}" destId="{0805E0E3-262E-430C-BDA1-89FCF96238AA}" srcOrd="0" destOrd="0" parTransId="{29DD43DC-F586-43D8-A73B-8D46E856050B}" sibTransId="{9A93FFD3-D88A-41BE-8FEB-8614C63FCA30}"/>
    <dgm:cxn modelId="{F09BD5F6-4509-4145-B0F7-B1D6DF2C431D}" srcId="{4EA26550-8236-4DFF-AD08-2E805CCDB587}" destId="{127B25DA-D248-4DDA-986F-4CCD1480FDBF}" srcOrd="6" destOrd="0" parTransId="{2BB630F5-6C3A-445C-8B06-D17D1DEF8250}" sibTransId="{E90606FE-DA71-4E4E-A21A-0B59C6A74B0C}"/>
    <dgm:cxn modelId="{46A69EE8-F16F-4C8F-9294-BC17ECD2DC23}" type="presParOf" srcId="{1D13EE6D-ED2F-4A20-BEF7-455614DD66B5}" destId="{9803CD15-9A4C-4C0F-98A8-1133CD3A02FF}" srcOrd="0" destOrd="0" presId="urn:microsoft.com/office/officeart/2005/8/layout/vList2"/>
    <dgm:cxn modelId="{31369CEE-18D7-4005-AB29-752D104EFF1C}" type="presParOf" srcId="{1D13EE6D-ED2F-4A20-BEF7-455614DD66B5}" destId="{2269D2EA-607A-4A3B-A904-687FCAA3B1CC}" srcOrd="1" destOrd="0" presId="urn:microsoft.com/office/officeart/2005/8/layout/vList2"/>
    <dgm:cxn modelId="{02E308CA-BE7F-44BB-A018-BC6BF859C867}" type="presParOf" srcId="{1D13EE6D-ED2F-4A20-BEF7-455614DD66B5}" destId="{652183C0-C08B-43C6-9C4A-CB47CA4EB5FB}" srcOrd="2" destOrd="0" presId="urn:microsoft.com/office/officeart/2005/8/layout/vList2"/>
    <dgm:cxn modelId="{7FE646F3-7E09-4875-B85B-DA60B2D30EF0}" type="presParOf" srcId="{1D13EE6D-ED2F-4A20-BEF7-455614DD66B5}" destId="{5CB313D3-81A8-4C97-9711-9BAE1357427C}" srcOrd="3" destOrd="0" presId="urn:microsoft.com/office/officeart/2005/8/layout/vList2"/>
    <dgm:cxn modelId="{C91C155D-6379-4D35-B038-ADD074693B76}" type="presParOf" srcId="{1D13EE6D-ED2F-4A20-BEF7-455614DD66B5}" destId="{A0E5CBEA-24F3-477B-B819-AAC77E2778A0}" srcOrd="4" destOrd="0" presId="urn:microsoft.com/office/officeart/2005/8/layout/vList2"/>
    <dgm:cxn modelId="{AD314A6F-36C4-4D27-98EE-A281A5591099}" type="presParOf" srcId="{1D13EE6D-ED2F-4A20-BEF7-455614DD66B5}" destId="{EF91F5E6-AB15-4B28-9B6D-4936C0AD4A49}" srcOrd="5" destOrd="0" presId="urn:microsoft.com/office/officeart/2005/8/layout/vList2"/>
    <dgm:cxn modelId="{9F3FC3C7-6D3F-4D6D-9F7D-888800C4B257}" type="presParOf" srcId="{1D13EE6D-ED2F-4A20-BEF7-455614DD66B5}" destId="{49579566-A967-4698-9299-22F9DC376B3D}" srcOrd="6" destOrd="0" presId="urn:microsoft.com/office/officeart/2005/8/layout/vList2"/>
    <dgm:cxn modelId="{19619953-86EB-4B38-A349-327A2D8163A2}" type="presParOf" srcId="{1D13EE6D-ED2F-4A20-BEF7-455614DD66B5}" destId="{EC288DEB-BCBC-47C4-BCC8-D4DD05F55474}" srcOrd="7" destOrd="0" presId="urn:microsoft.com/office/officeart/2005/8/layout/vList2"/>
    <dgm:cxn modelId="{61D50139-576A-44F6-8774-DF173F07317D}" type="presParOf" srcId="{1D13EE6D-ED2F-4A20-BEF7-455614DD66B5}" destId="{591A83A7-33CD-49A9-B43E-A9663F62A3F0}" srcOrd="8" destOrd="0" presId="urn:microsoft.com/office/officeart/2005/8/layout/vList2"/>
    <dgm:cxn modelId="{8A64B0DF-206E-4ED7-BB57-6F0C84F83C85}" type="presParOf" srcId="{1D13EE6D-ED2F-4A20-BEF7-455614DD66B5}" destId="{D6250B3C-07D3-4B6A-864E-0574568EBAA1}" srcOrd="9" destOrd="0" presId="urn:microsoft.com/office/officeart/2005/8/layout/vList2"/>
    <dgm:cxn modelId="{FD1DB52D-3CB4-46F3-9845-A3B4D18821CF}" type="presParOf" srcId="{1D13EE6D-ED2F-4A20-BEF7-455614DD66B5}" destId="{E07F5984-F148-439B-8027-2C5D9BB76F09}" srcOrd="10" destOrd="0" presId="urn:microsoft.com/office/officeart/2005/8/layout/vList2"/>
    <dgm:cxn modelId="{02FC6490-567A-425C-B048-A5A213531790}" type="presParOf" srcId="{1D13EE6D-ED2F-4A20-BEF7-455614DD66B5}" destId="{EEB42D23-D45F-4F3C-B16E-48658AD61BA6}" srcOrd="11" destOrd="0" presId="urn:microsoft.com/office/officeart/2005/8/layout/vList2"/>
    <dgm:cxn modelId="{2F478E0F-5251-4F0E-8D0F-99BA9DE8AC38}" type="presParOf" srcId="{1D13EE6D-ED2F-4A20-BEF7-455614DD66B5}" destId="{5711CC92-3DFF-43E0-B35E-EA0348BB8854}" srcOrd="12" destOrd="0" presId="urn:microsoft.com/office/officeart/2005/8/layout/vList2"/>
    <dgm:cxn modelId="{90D9EA90-3D03-42D3-869A-015CEAFEAA55}" type="presParOf" srcId="{1D13EE6D-ED2F-4A20-BEF7-455614DD66B5}" destId="{F0E91D47-1D3A-4B24-B3FF-5F40C1ABA7BA}" srcOrd="13" destOrd="0" presId="urn:microsoft.com/office/officeart/2005/8/layout/vList2"/>
    <dgm:cxn modelId="{775CFF92-D6BD-4910-BDFE-480E13555E31}" type="presParOf" srcId="{1D13EE6D-ED2F-4A20-BEF7-455614DD66B5}" destId="{D0473071-0030-42F7-94B1-4158E7E288A0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98871D-8E64-4224-9014-AA62A17E01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9FB62DF2-AC85-4491-B89A-848A93AB0A57}">
      <dgm:prSet phldrT="[Texte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gm:t>
    </dgm:pt>
    <dgm:pt modelId="{8E0AEF32-3827-4FF3-837B-D093CF320C39}" type="parTrans" cxnId="{14BEBBF9-0122-445E-AEF6-DCF7B96754B5}">
      <dgm:prSet/>
      <dgm:spPr/>
      <dgm:t>
        <a:bodyPr/>
        <a:lstStyle/>
        <a:p>
          <a:endParaRPr lang="fr-FR"/>
        </a:p>
      </dgm:t>
    </dgm:pt>
    <dgm:pt modelId="{41445EF7-257F-4E8F-BD1E-6909EC241222}" type="sibTrans" cxnId="{14BEBBF9-0122-445E-AEF6-DCF7B96754B5}">
      <dgm:prSet/>
      <dgm:spPr/>
      <dgm:t>
        <a:bodyPr/>
        <a:lstStyle/>
        <a:p>
          <a:endParaRPr lang="fr-FR"/>
        </a:p>
      </dgm:t>
    </dgm:pt>
    <dgm:pt modelId="{CF558C86-0488-459C-80C3-6D2529CDC538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gm:t>
    </dgm:pt>
    <dgm:pt modelId="{18D7EB86-972F-46C3-BE9E-8C0E871F2480}" type="parTrans" cxnId="{DCBB74E0-A55C-4BC6-97CA-D2C0C9FA1DBF}">
      <dgm:prSet/>
      <dgm:spPr/>
      <dgm:t>
        <a:bodyPr/>
        <a:lstStyle/>
        <a:p>
          <a:endParaRPr lang="fr-FR"/>
        </a:p>
      </dgm:t>
    </dgm:pt>
    <dgm:pt modelId="{979F2526-7F3B-4184-A30F-7ED9B4C67836}" type="sibTrans" cxnId="{DCBB74E0-A55C-4BC6-97CA-D2C0C9FA1DBF}">
      <dgm:prSet/>
      <dgm:spPr/>
      <dgm:t>
        <a:bodyPr/>
        <a:lstStyle/>
        <a:p>
          <a:endParaRPr lang="fr-FR"/>
        </a:p>
      </dgm:t>
    </dgm:pt>
    <dgm:pt modelId="{06E05E08-6869-4D0F-ACCC-ED6F4D86FD8A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gm:t>
    </dgm:pt>
    <dgm:pt modelId="{FCFA736F-24FF-4706-8B56-02641E69D8B6}" type="parTrans" cxnId="{7EE46FB5-22EB-4DA5-964E-15FF824ADAEE}">
      <dgm:prSet/>
      <dgm:spPr/>
      <dgm:t>
        <a:bodyPr/>
        <a:lstStyle/>
        <a:p>
          <a:endParaRPr lang="fr-FR"/>
        </a:p>
      </dgm:t>
    </dgm:pt>
    <dgm:pt modelId="{78119D75-82B4-4ECF-870B-153761EE6B2D}" type="sibTrans" cxnId="{7EE46FB5-22EB-4DA5-964E-15FF824ADAEE}">
      <dgm:prSet/>
      <dgm:spPr/>
      <dgm:t>
        <a:bodyPr/>
        <a:lstStyle/>
        <a:p>
          <a:endParaRPr lang="fr-FR"/>
        </a:p>
      </dgm:t>
    </dgm:pt>
    <dgm:pt modelId="{01F24218-4D6F-4195-A22E-BBF6AD01F16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593DAC9D-8D58-4C11-9CCC-94BD030A9B25}" type="parTrans" cxnId="{F195159D-67E7-474D-8A45-2FA56A14790B}">
      <dgm:prSet/>
      <dgm:spPr/>
      <dgm:t>
        <a:bodyPr/>
        <a:lstStyle/>
        <a:p>
          <a:endParaRPr lang="fr-FR"/>
        </a:p>
      </dgm:t>
    </dgm:pt>
    <dgm:pt modelId="{8F624AAE-1CE3-4363-9797-FB8D2BA19BF1}" type="sibTrans" cxnId="{F195159D-67E7-474D-8A45-2FA56A14790B}">
      <dgm:prSet/>
      <dgm:spPr/>
      <dgm:t>
        <a:bodyPr/>
        <a:lstStyle/>
        <a:p>
          <a:endParaRPr lang="fr-FR"/>
        </a:p>
      </dgm:t>
    </dgm:pt>
    <dgm:pt modelId="{5B131A79-1B21-438A-B6D5-6403D8FBF3EB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gm:t>
    </dgm:pt>
    <dgm:pt modelId="{C52AB803-FBAE-4FCA-B78D-51EB12886F5B}" type="parTrans" cxnId="{F9E37546-1B77-440F-9143-EEA6BA31A165}">
      <dgm:prSet/>
      <dgm:spPr/>
      <dgm:t>
        <a:bodyPr/>
        <a:lstStyle/>
        <a:p>
          <a:endParaRPr lang="fr-FR"/>
        </a:p>
      </dgm:t>
    </dgm:pt>
    <dgm:pt modelId="{1C940E7D-B8F3-4775-9E2B-7E6B6BFE0B6E}" type="sibTrans" cxnId="{F9E37546-1B77-440F-9143-EEA6BA31A165}">
      <dgm:prSet/>
      <dgm:spPr/>
      <dgm:t>
        <a:bodyPr/>
        <a:lstStyle/>
        <a:p>
          <a:endParaRPr lang="fr-FR"/>
        </a:p>
      </dgm:t>
    </dgm:pt>
    <dgm:pt modelId="{AE8F56BE-47DC-459C-BE11-9FDC33419382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gm:t>
    </dgm:pt>
    <dgm:pt modelId="{C39CF3E5-0D27-4818-B5C4-61B00BE42D10}" type="parTrans" cxnId="{3DD97346-1146-4974-8582-8A7A42BED3B5}">
      <dgm:prSet/>
      <dgm:spPr/>
      <dgm:t>
        <a:bodyPr/>
        <a:lstStyle/>
        <a:p>
          <a:endParaRPr lang="fr-FR"/>
        </a:p>
      </dgm:t>
    </dgm:pt>
    <dgm:pt modelId="{90C26465-F9F0-4D42-8CC1-8F6E77F4FB01}" type="sibTrans" cxnId="{3DD97346-1146-4974-8582-8A7A42BED3B5}">
      <dgm:prSet/>
      <dgm:spPr/>
      <dgm:t>
        <a:bodyPr/>
        <a:lstStyle/>
        <a:p>
          <a:endParaRPr lang="fr-FR"/>
        </a:p>
      </dgm:t>
    </dgm:pt>
    <dgm:pt modelId="{DDEE50AA-7E9A-4AAA-A1CD-788DD48C11AE}">
      <dgm:prSet custT="1"/>
      <dgm:spPr/>
      <dgm:t>
        <a:bodyPr/>
        <a:lstStyle/>
        <a:p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gm:t>
    </dgm:pt>
    <dgm:pt modelId="{BDAFE7FF-795F-4F8B-8310-08581FED6E56}" type="parTrans" cxnId="{595F1081-E42B-406E-876D-706BCF8AA436}">
      <dgm:prSet/>
      <dgm:spPr/>
      <dgm:t>
        <a:bodyPr/>
        <a:lstStyle/>
        <a:p>
          <a:endParaRPr lang="fr-FR"/>
        </a:p>
      </dgm:t>
    </dgm:pt>
    <dgm:pt modelId="{54D87CA6-BFDA-4962-9384-9436FBDEF59A}" type="sibTrans" cxnId="{595F1081-E42B-406E-876D-706BCF8AA436}">
      <dgm:prSet/>
      <dgm:spPr/>
      <dgm:t>
        <a:bodyPr/>
        <a:lstStyle/>
        <a:p>
          <a:endParaRPr lang="fr-FR"/>
        </a:p>
      </dgm:t>
    </dgm:pt>
    <dgm:pt modelId="{C2506562-8CD1-4841-B5AF-EB76E89F1604}" type="pres">
      <dgm:prSet presAssocID="{A398871D-8E64-4224-9014-AA62A17E015E}" presName="linear" presStyleCnt="0">
        <dgm:presLayoutVars>
          <dgm:animLvl val="lvl"/>
          <dgm:resizeHandles val="exact"/>
        </dgm:presLayoutVars>
      </dgm:prSet>
      <dgm:spPr/>
    </dgm:pt>
    <dgm:pt modelId="{88AA554D-BEC0-45B6-B27A-63EA7C1F3266}" type="pres">
      <dgm:prSet presAssocID="{9FB62DF2-AC85-4491-B89A-848A93AB0A57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BCD72FC1-FA16-4ADF-B639-A9B00050552C}" type="pres">
      <dgm:prSet presAssocID="{41445EF7-257F-4E8F-BD1E-6909EC241222}" presName="spacer" presStyleCnt="0"/>
      <dgm:spPr/>
    </dgm:pt>
    <dgm:pt modelId="{5782961D-18FF-4291-8DA2-E1D011E57F1A}" type="pres">
      <dgm:prSet presAssocID="{CF558C86-0488-459C-80C3-6D2529CDC538}" presName="parentText" presStyleLbl="node1" presStyleIdx="1" presStyleCnt="7" custLinFactNeighborY="-918">
        <dgm:presLayoutVars>
          <dgm:chMax val="0"/>
          <dgm:bulletEnabled val="1"/>
        </dgm:presLayoutVars>
      </dgm:prSet>
      <dgm:spPr/>
    </dgm:pt>
    <dgm:pt modelId="{6DCB83C7-0FC7-4B06-A008-858E281E66E8}" type="pres">
      <dgm:prSet presAssocID="{979F2526-7F3B-4184-A30F-7ED9B4C67836}" presName="spacer" presStyleCnt="0"/>
      <dgm:spPr/>
    </dgm:pt>
    <dgm:pt modelId="{3EA315D3-9D34-4D65-86A0-2381F58ECB32}" type="pres">
      <dgm:prSet presAssocID="{06E05E08-6869-4D0F-ACCC-ED6F4D86FD8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0ADDE3B-DF9B-423A-9123-BEE912DE2902}" type="pres">
      <dgm:prSet presAssocID="{78119D75-82B4-4ECF-870B-153761EE6B2D}" presName="spacer" presStyleCnt="0"/>
      <dgm:spPr/>
    </dgm:pt>
    <dgm:pt modelId="{ECFD3739-EC2E-4C44-9486-EF38D6714F68}" type="pres">
      <dgm:prSet presAssocID="{01F24218-4D6F-4195-A22E-BBF6AD01F162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888B20B-0A62-4832-A6F1-BF441BE415E5}" type="pres">
      <dgm:prSet presAssocID="{8F624AAE-1CE3-4363-9797-FB8D2BA19BF1}" presName="spacer" presStyleCnt="0"/>
      <dgm:spPr/>
    </dgm:pt>
    <dgm:pt modelId="{C14CE47E-43AE-4AEA-B712-26E127FC6EB3}" type="pres">
      <dgm:prSet presAssocID="{5B131A79-1B21-438A-B6D5-6403D8FBF3E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71551E01-A833-4136-BD69-07C70DD5AE5F}" type="pres">
      <dgm:prSet presAssocID="{1C940E7D-B8F3-4775-9E2B-7E6B6BFE0B6E}" presName="spacer" presStyleCnt="0"/>
      <dgm:spPr/>
    </dgm:pt>
    <dgm:pt modelId="{C56CFFAE-25F0-42DE-8C9C-1A75F5687536}" type="pres">
      <dgm:prSet presAssocID="{AE8F56BE-47DC-459C-BE11-9FDC3341938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14CC613-6933-4931-BCB4-2C887ACF001A}" type="pres">
      <dgm:prSet presAssocID="{90C26465-F9F0-4D42-8CC1-8F6E77F4FB01}" presName="spacer" presStyleCnt="0"/>
      <dgm:spPr/>
    </dgm:pt>
    <dgm:pt modelId="{F52BDD7E-47F9-489A-BBC9-039F41C04B24}" type="pres">
      <dgm:prSet presAssocID="{DDEE50AA-7E9A-4AAA-A1CD-788DD48C11AE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68336E07-AA76-4187-9D7D-3C7B5EC5C2BD}" type="presOf" srcId="{01F24218-4D6F-4195-A22E-BBF6AD01F162}" destId="{ECFD3739-EC2E-4C44-9486-EF38D6714F68}" srcOrd="0" destOrd="0" presId="urn:microsoft.com/office/officeart/2005/8/layout/vList2"/>
    <dgm:cxn modelId="{833F920C-622B-4BFA-9085-E67BCDA06A80}" type="presOf" srcId="{9FB62DF2-AC85-4491-B89A-848A93AB0A57}" destId="{88AA554D-BEC0-45B6-B27A-63EA7C1F3266}" srcOrd="0" destOrd="0" presId="urn:microsoft.com/office/officeart/2005/8/layout/vList2"/>
    <dgm:cxn modelId="{7BF78A35-D4D4-417E-AD88-FA2DE3C8D342}" type="presOf" srcId="{A398871D-8E64-4224-9014-AA62A17E015E}" destId="{C2506562-8CD1-4841-B5AF-EB76E89F1604}" srcOrd="0" destOrd="0" presId="urn:microsoft.com/office/officeart/2005/8/layout/vList2"/>
    <dgm:cxn modelId="{3DD97346-1146-4974-8582-8A7A42BED3B5}" srcId="{A398871D-8E64-4224-9014-AA62A17E015E}" destId="{AE8F56BE-47DC-459C-BE11-9FDC33419382}" srcOrd="5" destOrd="0" parTransId="{C39CF3E5-0D27-4818-B5C4-61B00BE42D10}" sibTransId="{90C26465-F9F0-4D42-8CC1-8F6E77F4FB01}"/>
    <dgm:cxn modelId="{F9E37546-1B77-440F-9143-EEA6BA31A165}" srcId="{A398871D-8E64-4224-9014-AA62A17E015E}" destId="{5B131A79-1B21-438A-B6D5-6403D8FBF3EB}" srcOrd="4" destOrd="0" parTransId="{C52AB803-FBAE-4FCA-B78D-51EB12886F5B}" sibTransId="{1C940E7D-B8F3-4775-9E2B-7E6B6BFE0B6E}"/>
    <dgm:cxn modelId="{C654EF7B-FF7A-4FA0-A0D8-6E0BA9872895}" type="presOf" srcId="{CF558C86-0488-459C-80C3-6D2529CDC538}" destId="{5782961D-18FF-4291-8DA2-E1D011E57F1A}" srcOrd="0" destOrd="0" presId="urn:microsoft.com/office/officeart/2005/8/layout/vList2"/>
    <dgm:cxn modelId="{595F1081-E42B-406E-876D-706BCF8AA436}" srcId="{A398871D-8E64-4224-9014-AA62A17E015E}" destId="{DDEE50AA-7E9A-4AAA-A1CD-788DD48C11AE}" srcOrd="6" destOrd="0" parTransId="{BDAFE7FF-795F-4F8B-8310-08581FED6E56}" sibTransId="{54D87CA6-BFDA-4962-9384-9436FBDEF59A}"/>
    <dgm:cxn modelId="{F195159D-67E7-474D-8A45-2FA56A14790B}" srcId="{A398871D-8E64-4224-9014-AA62A17E015E}" destId="{01F24218-4D6F-4195-A22E-BBF6AD01F162}" srcOrd="3" destOrd="0" parTransId="{593DAC9D-8D58-4C11-9CCC-94BD030A9B25}" sibTransId="{8F624AAE-1CE3-4363-9797-FB8D2BA19BF1}"/>
    <dgm:cxn modelId="{48BABFAF-A58C-417F-AE5B-E8A664DF2D21}" type="presOf" srcId="{5B131A79-1B21-438A-B6D5-6403D8FBF3EB}" destId="{C14CE47E-43AE-4AEA-B712-26E127FC6EB3}" srcOrd="0" destOrd="0" presId="urn:microsoft.com/office/officeart/2005/8/layout/vList2"/>
    <dgm:cxn modelId="{B42FEDB2-C316-4F92-ABE9-492049CE07D0}" type="presOf" srcId="{DDEE50AA-7E9A-4AAA-A1CD-788DD48C11AE}" destId="{F52BDD7E-47F9-489A-BBC9-039F41C04B24}" srcOrd="0" destOrd="0" presId="urn:microsoft.com/office/officeart/2005/8/layout/vList2"/>
    <dgm:cxn modelId="{7EE46FB5-22EB-4DA5-964E-15FF824ADAEE}" srcId="{A398871D-8E64-4224-9014-AA62A17E015E}" destId="{06E05E08-6869-4D0F-ACCC-ED6F4D86FD8A}" srcOrd="2" destOrd="0" parTransId="{FCFA736F-24FF-4706-8B56-02641E69D8B6}" sibTransId="{78119D75-82B4-4ECF-870B-153761EE6B2D}"/>
    <dgm:cxn modelId="{ED41B4B9-9E75-4AEE-839B-97B000777276}" type="presOf" srcId="{AE8F56BE-47DC-459C-BE11-9FDC33419382}" destId="{C56CFFAE-25F0-42DE-8C9C-1A75F5687536}" srcOrd="0" destOrd="0" presId="urn:microsoft.com/office/officeart/2005/8/layout/vList2"/>
    <dgm:cxn modelId="{DCBB74E0-A55C-4BC6-97CA-D2C0C9FA1DBF}" srcId="{A398871D-8E64-4224-9014-AA62A17E015E}" destId="{CF558C86-0488-459C-80C3-6D2529CDC538}" srcOrd="1" destOrd="0" parTransId="{18D7EB86-972F-46C3-BE9E-8C0E871F2480}" sibTransId="{979F2526-7F3B-4184-A30F-7ED9B4C67836}"/>
    <dgm:cxn modelId="{6CD7E1F4-AE1B-497B-AC85-56C4DEE2627A}" type="presOf" srcId="{06E05E08-6869-4D0F-ACCC-ED6F4D86FD8A}" destId="{3EA315D3-9D34-4D65-86A0-2381F58ECB32}" srcOrd="0" destOrd="0" presId="urn:microsoft.com/office/officeart/2005/8/layout/vList2"/>
    <dgm:cxn modelId="{14BEBBF9-0122-445E-AEF6-DCF7B96754B5}" srcId="{A398871D-8E64-4224-9014-AA62A17E015E}" destId="{9FB62DF2-AC85-4491-B89A-848A93AB0A57}" srcOrd="0" destOrd="0" parTransId="{8E0AEF32-3827-4FF3-837B-D093CF320C39}" sibTransId="{41445EF7-257F-4E8F-BD1E-6909EC241222}"/>
    <dgm:cxn modelId="{C3C9E2C5-4AF8-4798-B6E8-538D00C25454}" type="presParOf" srcId="{C2506562-8CD1-4841-B5AF-EB76E89F1604}" destId="{88AA554D-BEC0-45B6-B27A-63EA7C1F3266}" srcOrd="0" destOrd="0" presId="urn:microsoft.com/office/officeart/2005/8/layout/vList2"/>
    <dgm:cxn modelId="{3DC99E46-3538-4A71-9435-0F7E11D4F448}" type="presParOf" srcId="{C2506562-8CD1-4841-B5AF-EB76E89F1604}" destId="{BCD72FC1-FA16-4ADF-B639-A9B00050552C}" srcOrd="1" destOrd="0" presId="urn:microsoft.com/office/officeart/2005/8/layout/vList2"/>
    <dgm:cxn modelId="{C34C4576-2792-48E0-8B65-A5181F8BC1B9}" type="presParOf" srcId="{C2506562-8CD1-4841-B5AF-EB76E89F1604}" destId="{5782961D-18FF-4291-8DA2-E1D011E57F1A}" srcOrd="2" destOrd="0" presId="urn:microsoft.com/office/officeart/2005/8/layout/vList2"/>
    <dgm:cxn modelId="{A3949226-7945-4DBA-8C76-DC3E18B9F5CA}" type="presParOf" srcId="{C2506562-8CD1-4841-B5AF-EB76E89F1604}" destId="{6DCB83C7-0FC7-4B06-A008-858E281E66E8}" srcOrd="3" destOrd="0" presId="urn:microsoft.com/office/officeart/2005/8/layout/vList2"/>
    <dgm:cxn modelId="{0B7294AA-04A7-4341-BCDC-C70741C481DD}" type="presParOf" srcId="{C2506562-8CD1-4841-B5AF-EB76E89F1604}" destId="{3EA315D3-9D34-4D65-86A0-2381F58ECB32}" srcOrd="4" destOrd="0" presId="urn:microsoft.com/office/officeart/2005/8/layout/vList2"/>
    <dgm:cxn modelId="{2EBF50D5-D3B0-45BD-861A-5579FF94E646}" type="presParOf" srcId="{C2506562-8CD1-4841-B5AF-EB76E89F1604}" destId="{C0ADDE3B-DF9B-423A-9123-BEE912DE2902}" srcOrd="5" destOrd="0" presId="urn:microsoft.com/office/officeart/2005/8/layout/vList2"/>
    <dgm:cxn modelId="{DFA555ED-F8C7-411C-89D0-B5F2F8CB9573}" type="presParOf" srcId="{C2506562-8CD1-4841-B5AF-EB76E89F1604}" destId="{ECFD3739-EC2E-4C44-9486-EF38D6714F68}" srcOrd="6" destOrd="0" presId="urn:microsoft.com/office/officeart/2005/8/layout/vList2"/>
    <dgm:cxn modelId="{7846B977-FCFC-4925-B77A-342232FFD337}" type="presParOf" srcId="{C2506562-8CD1-4841-B5AF-EB76E89F1604}" destId="{2888B20B-0A62-4832-A6F1-BF441BE415E5}" srcOrd="7" destOrd="0" presId="urn:microsoft.com/office/officeart/2005/8/layout/vList2"/>
    <dgm:cxn modelId="{A158D961-C28C-4816-B63A-267C60D14005}" type="presParOf" srcId="{C2506562-8CD1-4841-B5AF-EB76E89F1604}" destId="{C14CE47E-43AE-4AEA-B712-26E127FC6EB3}" srcOrd="8" destOrd="0" presId="urn:microsoft.com/office/officeart/2005/8/layout/vList2"/>
    <dgm:cxn modelId="{D96FCE1B-7A1D-4EC1-90B0-52BE606E41A0}" type="presParOf" srcId="{C2506562-8CD1-4841-B5AF-EB76E89F1604}" destId="{71551E01-A833-4136-BD69-07C70DD5AE5F}" srcOrd="9" destOrd="0" presId="urn:microsoft.com/office/officeart/2005/8/layout/vList2"/>
    <dgm:cxn modelId="{CF8B7DC7-2E6D-4544-81E7-DCF94C005FF7}" type="presParOf" srcId="{C2506562-8CD1-4841-B5AF-EB76E89F1604}" destId="{C56CFFAE-25F0-42DE-8C9C-1A75F5687536}" srcOrd="10" destOrd="0" presId="urn:microsoft.com/office/officeart/2005/8/layout/vList2"/>
    <dgm:cxn modelId="{5B5BD9F9-95EB-4C73-B73A-87314759BF3A}" type="presParOf" srcId="{C2506562-8CD1-4841-B5AF-EB76E89F1604}" destId="{514CC613-6933-4931-BCB4-2C887ACF001A}" srcOrd="11" destOrd="0" presId="urn:microsoft.com/office/officeart/2005/8/layout/vList2"/>
    <dgm:cxn modelId="{AFEEA02D-2320-44A9-BC02-2939283A36D6}" type="presParOf" srcId="{C2506562-8CD1-4841-B5AF-EB76E89F1604}" destId="{F52BDD7E-47F9-489A-BBC9-039F41C04B24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3387F99-ACDC-4CB3-9023-62A1F135551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8804A9FF-AB92-42D6-90E2-52C963A6D264}">
      <dgm:prSet phldrT="[Texte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LM51625 </a:t>
          </a:r>
        </a:p>
      </dgm:t>
    </dgm:pt>
    <dgm:pt modelId="{438A57FE-95E7-4756-AD29-B382DBD3B629}" type="parTrans" cxnId="{BBDB5BFD-35A3-4D26-8D9E-A310B0191C12}">
      <dgm:prSet/>
      <dgm:spPr/>
      <dgm:t>
        <a:bodyPr/>
        <a:lstStyle/>
        <a:p>
          <a:endParaRPr lang="fr-FR"/>
        </a:p>
      </dgm:t>
    </dgm:pt>
    <dgm:pt modelId="{36F08B4C-9B0D-4548-AE67-4E0636F483F8}" type="sibTrans" cxnId="{BBDB5BFD-35A3-4D26-8D9E-A310B0191C12}">
      <dgm:prSet/>
      <dgm:spPr/>
      <dgm:t>
        <a:bodyPr/>
        <a:lstStyle/>
        <a:p>
          <a:endParaRPr lang="fr-FR"/>
        </a:p>
      </dgm:t>
    </dgm:pt>
    <dgm:pt modelId="{D28F14E1-BA76-4735-A37B-DABA8F21EC8B}">
      <dgm:prSet/>
      <dgm:spPr/>
      <dgm:t>
        <a:bodyPr/>
        <a:lstStyle/>
        <a:p>
          <a:r>
            <a:rPr lang="fr-FR" dirty="0"/>
            <a:t>Bobine 4,7 µH</a:t>
          </a:r>
        </a:p>
      </dgm:t>
    </dgm:pt>
    <dgm:pt modelId="{3BBF2692-95B2-4871-83F0-40BFCD281B8A}" type="parTrans" cxnId="{68860FF8-07C3-4AE9-8D2F-91ABBCB25E65}">
      <dgm:prSet/>
      <dgm:spPr/>
      <dgm:t>
        <a:bodyPr/>
        <a:lstStyle/>
        <a:p>
          <a:endParaRPr lang="fr-FR"/>
        </a:p>
      </dgm:t>
    </dgm:pt>
    <dgm:pt modelId="{4A4E8219-F6D5-4EB7-A646-391AB8009D43}" type="sibTrans" cxnId="{68860FF8-07C3-4AE9-8D2F-91ABBCB25E65}">
      <dgm:prSet/>
      <dgm:spPr/>
      <dgm:t>
        <a:bodyPr/>
        <a:lstStyle/>
        <a:p>
          <a:endParaRPr lang="fr-FR"/>
        </a:p>
      </dgm:t>
    </dgm:pt>
    <dgm:pt modelId="{2274FD63-D751-4457-91E5-DC93032B78DE}">
      <dgm:prSet/>
      <dgm:spPr/>
      <dgm:t>
        <a:bodyPr/>
        <a:lstStyle/>
        <a:p>
          <a:r>
            <a:rPr lang="fr-FR" dirty="0"/>
            <a:t>Resistance 53,6 kΩ</a:t>
          </a:r>
        </a:p>
      </dgm:t>
    </dgm:pt>
    <dgm:pt modelId="{6B70774B-5366-4CB3-A888-284838A12EA8}" type="parTrans" cxnId="{33CF8CEA-BD81-45F3-8DD3-AC5A333346F5}">
      <dgm:prSet/>
      <dgm:spPr/>
      <dgm:t>
        <a:bodyPr/>
        <a:lstStyle/>
        <a:p>
          <a:endParaRPr lang="fr-FR"/>
        </a:p>
      </dgm:t>
    </dgm:pt>
    <dgm:pt modelId="{4C96BDBD-2CC1-4AEB-BBFB-E6110565F3E9}" type="sibTrans" cxnId="{33CF8CEA-BD81-45F3-8DD3-AC5A333346F5}">
      <dgm:prSet/>
      <dgm:spPr/>
      <dgm:t>
        <a:bodyPr/>
        <a:lstStyle/>
        <a:p>
          <a:endParaRPr lang="fr-FR"/>
        </a:p>
      </dgm:t>
    </dgm:pt>
    <dgm:pt modelId="{7000F22A-D81F-4CF2-B0F6-D5B021D8D025}">
      <dgm:prSet/>
      <dgm:spPr/>
      <dgm:t>
        <a:bodyPr/>
        <a:lstStyle/>
        <a:p>
          <a:r>
            <a:rPr lang="fr-FR" dirty="0"/>
            <a:t>Resistance 10,2 kΩ</a:t>
          </a:r>
        </a:p>
      </dgm:t>
    </dgm:pt>
    <dgm:pt modelId="{41A973CD-C0B4-49F2-BC1B-478F6F370F18}" type="parTrans" cxnId="{F3859800-83E2-44CC-AF40-4F284BC91CAA}">
      <dgm:prSet/>
      <dgm:spPr/>
      <dgm:t>
        <a:bodyPr/>
        <a:lstStyle/>
        <a:p>
          <a:endParaRPr lang="fr-FR"/>
        </a:p>
      </dgm:t>
    </dgm:pt>
    <dgm:pt modelId="{8FF1CAAE-002C-458B-8FF0-E62563426DD2}" type="sibTrans" cxnId="{F3859800-83E2-44CC-AF40-4F284BC91CAA}">
      <dgm:prSet/>
      <dgm:spPr/>
      <dgm:t>
        <a:bodyPr/>
        <a:lstStyle/>
        <a:p>
          <a:endParaRPr lang="fr-FR"/>
        </a:p>
      </dgm:t>
    </dgm:pt>
    <dgm:pt modelId="{2A264707-45F5-4C57-AB73-0BCCDAFC0612}">
      <dgm:prSet/>
      <dgm:spPr/>
      <dgm:t>
        <a:bodyPr/>
        <a:lstStyle/>
        <a:p>
          <a:r>
            <a:rPr lang="fr-FR" dirty="0"/>
            <a:t>Condensateur 22 µF</a:t>
          </a:r>
        </a:p>
      </dgm:t>
    </dgm:pt>
    <dgm:pt modelId="{25919413-AAAC-4FE5-8BC8-768CBB03F91C}" type="parTrans" cxnId="{61C64A13-0DE2-4A58-890D-498DF3C8EF83}">
      <dgm:prSet/>
      <dgm:spPr/>
      <dgm:t>
        <a:bodyPr/>
        <a:lstStyle/>
        <a:p>
          <a:endParaRPr lang="fr-FR"/>
        </a:p>
      </dgm:t>
    </dgm:pt>
    <dgm:pt modelId="{BFD70832-3C11-4DE7-BD19-D88FCDE056AB}" type="sibTrans" cxnId="{61C64A13-0DE2-4A58-890D-498DF3C8EF83}">
      <dgm:prSet/>
      <dgm:spPr/>
      <dgm:t>
        <a:bodyPr/>
        <a:lstStyle/>
        <a:p>
          <a:endParaRPr lang="fr-FR"/>
        </a:p>
      </dgm:t>
    </dgm:pt>
    <dgm:pt modelId="{670DC032-0135-452E-986A-23BA12A4EC68}">
      <dgm:prSet/>
      <dgm:spPr/>
      <dgm:t>
        <a:bodyPr/>
        <a:lstStyle/>
        <a:p>
          <a:r>
            <a:rPr lang="fr-FR" dirty="0"/>
            <a:t>Condensateur 2,2 µF et 0,1µF</a:t>
          </a:r>
        </a:p>
      </dgm:t>
    </dgm:pt>
    <dgm:pt modelId="{0820FEF3-80E5-4D44-9251-9FB494C0D5BA}" type="parTrans" cxnId="{98BF496E-FEAE-4680-AD88-AF8FABD05F45}">
      <dgm:prSet/>
      <dgm:spPr/>
      <dgm:t>
        <a:bodyPr/>
        <a:lstStyle/>
        <a:p>
          <a:endParaRPr lang="fr-FR"/>
        </a:p>
      </dgm:t>
    </dgm:pt>
    <dgm:pt modelId="{C7D677D7-E421-4F34-9483-C12845F5BB52}" type="sibTrans" cxnId="{98BF496E-FEAE-4680-AD88-AF8FABD05F45}">
      <dgm:prSet/>
      <dgm:spPr/>
      <dgm:t>
        <a:bodyPr/>
        <a:lstStyle/>
        <a:p>
          <a:endParaRPr lang="fr-FR"/>
        </a:p>
      </dgm:t>
    </dgm:pt>
    <dgm:pt modelId="{23AB6C05-DB24-4CC7-9912-9D7EFD5FDF2A}" type="pres">
      <dgm:prSet presAssocID="{43387F99-ACDC-4CB3-9023-62A1F1355519}" presName="linear" presStyleCnt="0">
        <dgm:presLayoutVars>
          <dgm:animLvl val="lvl"/>
          <dgm:resizeHandles val="exact"/>
        </dgm:presLayoutVars>
      </dgm:prSet>
      <dgm:spPr/>
    </dgm:pt>
    <dgm:pt modelId="{B0C0A4EF-FA9B-45FF-BCCC-763E44997A3F}" type="pres">
      <dgm:prSet presAssocID="{8804A9FF-AB92-42D6-90E2-52C963A6D26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5CB2616-D782-4019-9E12-F054B2F2DACF}" type="pres">
      <dgm:prSet presAssocID="{36F08B4C-9B0D-4548-AE67-4E0636F483F8}" presName="spacer" presStyleCnt="0"/>
      <dgm:spPr/>
    </dgm:pt>
    <dgm:pt modelId="{938283FB-3D28-4C56-935D-E9811B5305AD}" type="pres">
      <dgm:prSet presAssocID="{D28F14E1-BA76-4735-A37B-DABA8F21EC8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8976CB-B881-4352-B50D-428060001482}" type="pres">
      <dgm:prSet presAssocID="{4A4E8219-F6D5-4EB7-A646-391AB8009D43}" presName="spacer" presStyleCnt="0"/>
      <dgm:spPr/>
    </dgm:pt>
    <dgm:pt modelId="{8FEBFC50-0679-4317-9634-42D74C9EE34A}" type="pres">
      <dgm:prSet presAssocID="{2274FD63-D751-4457-91E5-DC93032B78DE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2704BB-6513-4081-B8F8-3B2E8C264AB1}" type="pres">
      <dgm:prSet presAssocID="{4C96BDBD-2CC1-4AEB-BBFB-E6110565F3E9}" presName="spacer" presStyleCnt="0"/>
      <dgm:spPr/>
    </dgm:pt>
    <dgm:pt modelId="{D0912F46-7CF8-4BCE-A9FB-48A2C2565C98}" type="pres">
      <dgm:prSet presAssocID="{7000F22A-D81F-4CF2-B0F6-D5B021D8D025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B52489B-FA73-40C4-A48F-CFA9AADD20A8}" type="pres">
      <dgm:prSet presAssocID="{8FF1CAAE-002C-458B-8FF0-E62563426DD2}" presName="spacer" presStyleCnt="0"/>
      <dgm:spPr/>
    </dgm:pt>
    <dgm:pt modelId="{5E7B378E-8F9A-4938-AC18-0FD72E7C22DE}" type="pres">
      <dgm:prSet presAssocID="{2A264707-45F5-4C57-AB73-0BCCDAFC061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CAF6545-34E6-48A2-9F0F-2C0726B7EA06}" type="pres">
      <dgm:prSet presAssocID="{BFD70832-3C11-4DE7-BD19-D88FCDE056AB}" presName="spacer" presStyleCnt="0"/>
      <dgm:spPr/>
    </dgm:pt>
    <dgm:pt modelId="{8C15D5FD-172E-4E5C-81D8-8A161ECF7CA7}" type="pres">
      <dgm:prSet presAssocID="{670DC032-0135-452E-986A-23BA12A4EC6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3859800-83E2-44CC-AF40-4F284BC91CAA}" srcId="{43387F99-ACDC-4CB3-9023-62A1F1355519}" destId="{7000F22A-D81F-4CF2-B0F6-D5B021D8D025}" srcOrd="3" destOrd="0" parTransId="{41A973CD-C0B4-49F2-BC1B-478F6F370F18}" sibTransId="{8FF1CAAE-002C-458B-8FF0-E62563426DD2}"/>
    <dgm:cxn modelId="{61C64A13-0DE2-4A58-890D-498DF3C8EF83}" srcId="{43387F99-ACDC-4CB3-9023-62A1F1355519}" destId="{2A264707-45F5-4C57-AB73-0BCCDAFC0612}" srcOrd="4" destOrd="0" parTransId="{25919413-AAAC-4FE5-8BC8-768CBB03F91C}" sibTransId="{BFD70832-3C11-4DE7-BD19-D88FCDE056AB}"/>
    <dgm:cxn modelId="{08923E21-DC50-4896-BD49-A5CDED2C8F06}" type="presOf" srcId="{43387F99-ACDC-4CB3-9023-62A1F1355519}" destId="{23AB6C05-DB24-4CC7-9912-9D7EFD5FDF2A}" srcOrd="0" destOrd="0" presId="urn:microsoft.com/office/officeart/2005/8/layout/vList2"/>
    <dgm:cxn modelId="{BD9B2D2F-51A6-4105-912F-B758C4B80782}" type="presOf" srcId="{8804A9FF-AB92-42D6-90E2-52C963A6D264}" destId="{B0C0A4EF-FA9B-45FF-BCCC-763E44997A3F}" srcOrd="0" destOrd="0" presId="urn:microsoft.com/office/officeart/2005/8/layout/vList2"/>
    <dgm:cxn modelId="{98BF496E-FEAE-4680-AD88-AF8FABD05F45}" srcId="{43387F99-ACDC-4CB3-9023-62A1F1355519}" destId="{670DC032-0135-452E-986A-23BA12A4EC68}" srcOrd="5" destOrd="0" parTransId="{0820FEF3-80E5-4D44-9251-9FB494C0D5BA}" sibTransId="{C7D677D7-E421-4F34-9483-C12845F5BB52}"/>
    <dgm:cxn modelId="{B27E1A89-319B-4BEB-B7D2-67011490E3BB}" type="presOf" srcId="{D28F14E1-BA76-4735-A37B-DABA8F21EC8B}" destId="{938283FB-3D28-4C56-935D-E9811B5305AD}" srcOrd="0" destOrd="0" presId="urn:microsoft.com/office/officeart/2005/8/layout/vList2"/>
    <dgm:cxn modelId="{3CA0158B-3259-4F31-9ADA-5CA5F01EA2E4}" type="presOf" srcId="{670DC032-0135-452E-986A-23BA12A4EC68}" destId="{8C15D5FD-172E-4E5C-81D8-8A161ECF7CA7}" srcOrd="0" destOrd="0" presId="urn:microsoft.com/office/officeart/2005/8/layout/vList2"/>
    <dgm:cxn modelId="{C261DDB0-E94D-4FFF-A56C-D3F095E28623}" type="presOf" srcId="{2274FD63-D751-4457-91E5-DC93032B78DE}" destId="{8FEBFC50-0679-4317-9634-42D74C9EE34A}" srcOrd="0" destOrd="0" presId="urn:microsoft.com/office/officeart/2005/8/layout/vList2"/>
    <dgm:cxn modelId="{B81772C0-92FB-4454-9B4F-07312B91A366}" type="presOf" srcId="{7000F22A-D81F-4CF2-B0F6-D5B021D8D025}" destId="{D0912F46-7CF8-4BCE-A9FB-48A2C2565C98}" srcOrd="0" destOrd="0" presId="urn:microsoft.com/office/officeart/2005/8/layout/vList2"/>
    <dgm:cxn modelId="{33CF8CEA-BD81-45F3-8DD3-AC5A333346F5}" srcId="{43387F99-ACDC-4CB3-9023-62A1F1355519}" destId="{2274FD63-D751-4457-91E5-DC93032B78DE}" srcOrd="2" destOrd="0" parTransId="{6B70774B-5366-4CB3-A888-284838A12EA8}" sibTransId="{4C96BDBD-2CC1-4AEB-BBFB-E6110565F3E9}"/>
    <dgm:cxn modelId="{84B454F4-21CF-4574-B9E8-A4B3CDEF9D3D}" type="presOf" srcId="{2A264707-45F5-4C57-AB73-0BCCDAFC0612}" destId="{5E7B378E-8F9A-4938-AC18-0FD72E7C22DE}" srcOrd="0" destOrd="0" presId="urn:microsoft.com/office/officeart/2005/8/layout/vList2"/>
    <dgm:cxn modelId="{68860FF8-07C3-4AE9-8D2F-91ABBCB25E65}" srcId="{43387F99-ACDC-4CB3-9023-62A1F1355519}" destId="{D28F14E1-BA76-4735-A37B-DABA8F21EC8B}" srcOrd="1" destOrd="0" parTransId="{3BBF2692-95B2-4871-83F0-40BFCD281B8A}" sibTransId="{4A4E8219-F6D5-4EB7-A646-391AB8009D43}"/>
    <dgm:cxn modelId="{BBDB5BFD-35A3-4D26-8D9E-A310B0191C12}" srcId="{43387F99-ACDC-4CB3-9023-62A1F1355519}" destId="{8804A9FF-AB92-42D6-90E2-52C963A6D264}" srcOrd="0" destOrd="0" parTransId="{438A57FE-95E7-4756-AD29-B382DBD3B629}" sibTransId="{36F08B4C-9B0D-4548-AE67-4E0636F483F8}"/>
    <dgm:cxn modelId="{E6CDC496-7514-4506-8C7D-78EB2F4BD034}" type="presParOf" srcId="{23AB6C05-DB24-4CC7-9912-9D7EFD5FDF2A}" destId="{B0C0A4EF-FA9B-45FF-BCCC-763E44997A3F}" srcOrd="0" destOrd="0" presId="urn:microsoft.com/office/officeart/2005/8/layout/vList2"/>
    <dgm:cxn modelId="{BA320AC3-D423-4FF5-A0B9-8C15D1914AB6}" type="presParOf" srcId="{23AB6C05-DB24-4CC7-9912-9D7EFD5FDF2A}" destId="{75CB2616-D782-4019-9E12-F054B2F2DACF}" srcOrd="1" destOrd="0" presId="urn:microsoft.com/office/officeart/2005/8/layout/vList2"/>
    <dgm:cxn modelId="{E7A7204F-9D94-4B9F-9E78-E8D3C75F9EFF}" type="presParOf" srcId="{23AB6C05-DB24-4CC7-9912-9D7EFD5FDF2A}" destId="{938283FB-3D28-4C56-935D-E9811B5305AD}" srcOrd="2" destOrd="0" presId="urn:microsoft.com/office/officeart/2005/8/layout/vList2"/>
    <dgm:cxn modelId="{B502086F-0691-41A5-B768-D88FB8E83494}" type="presParOf" srcId="{23AB6C05-DB24-4CC7-9912-9D7EFD5FDF2A}" destId="{3D8976CB-B881-4352-B50D-428060001482}" srcOrd="3" destOrd="0" presId="urn:microsoft.com/office/officeart/2005/8/layout/vList2"/>
    <dgm:cxn modelId="{F573EB34-AA81-4DBD-9C87-8C08DF942AB1}" type="presParOf" srcId="{23AB6C05-DB24-4CC7-9912-9D7EFD5FDF2A}" destId="{8FEBFC50-0679-4317-9634-42D74C9EE34A}" srcOrd="4" destOrd="0" presId="urn:microsoft.com/office/officeart/2005/8/layout/vList2"/>
    <dgm:cxn modelId="{8AEDC280-1EF9-4F40-BEC6-FBA411B8B831}" type="presParOf" srcId="{23AB6C05-DB24-4CC7-9912-9D7EFD5FDF2A}" destId="{DB2704BB-6513-4081-B8F8-3B2E8C264AB1}" srcOrd="5" destOrd="0" presId="urn:microsoft.com/office/officeart/2005/8/layout/vList2"/>
    <dgm:cxn modelId="{7BAFCE57-18E2-4C19-A63A-443279EF2907}" type="presParOf" srcId="{23AB6C05-DB24-4CC7-9912-9D7EFD5FDF2A}" destId="{D0912F46-7CF8-4BCE-A9FB-48A2C2565C98}" srcOrd="6" destOrd="0" presId="urn:microsoft.com/office/officeart/2005/8/layout/vList2"/>
    <dgm:cxn modelId="{5E9553C1-BDBB-432E-A493-A20F54EF643D}" type="presParOf" srcId="{23AB6C05-DB24-4CC7-9912-9D7EFD5FDF2A}" destId="{AB52489B-FA73-40C4-A48F-CFA9AADD20A8}" srcOrd="7" destOrd="0" presId="urn:microsoft.com/office/officeart/2005/8/layout/vList2"/>
    <dgm:cxn modelId="{198FF116-A8EA-4512-B445-A099B5455188}" type="presParOf" srcId="{23AB6C05-DB24-4CC7-9912-9D7EFD5FDF2A}" destId="{5E7B378E-8F9A-4938-AC18-0FD72E7C22DE}" srcOrd="8" destOrd="0" presId="urn:microsoft.com/office/officeart/2005/8/layout/vList2"/>
    <dgm:cxn modelId="{FC24C837-032A-49DB-B50C-739691BD500B}" type="presParOf" srcId="{23AB6C05-DB24-4CC7-9912-9D7EFD5FDF2A}" destId="{DCAF6545-34E6-48A2-9F0F-2C0726B7EA06}" srcOrd="9" destOrd="0" presId="urn:microsoft.com/office/officeart/2005/8/layout/vList2"/>
    <dgm:cxn modelId="{61C11A8F-4222-4496-B127-98784B5D2A8F}" type="presParOf" srcId="{23AB6C05-DB24-4CC7-9912-9D7EFD5FDF2A}" destId="{8C15D5FD-172E-4E5C-81D8-8A161ECF7CA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Iout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 ×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Kind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Vout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"Vin\_max − Vout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Iout × Kind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 "  × "  "Vout" /("Vin\_max × 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24 − 5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</a:rPr>
                          <m:t>2,5 ×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𝟑𝟓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𝟏𝟎𝟎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ln w="0"/>
                            <a:effectLst>
                              <a:outerShdw blurRad="38100" dist="19050" dir="2700000" algn="tl" rotWithShape="0">
                                <a:schemeClr val="dk1">
                                  <a:alpha val="40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𝟎𝟎𝟎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 "24 − 5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2,5 × </a:t>
              </a: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 𝟎,𝟑𝟓) "  × "  𝟓/("24 × " 𝟏 𝟏𝟎𝟎 𝟎𝟎𝟎)</a:t>
              </a:r>
              <a:endParaRPr lang="fr-FR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L</m:t>
                    </m:r>
                    <m:r>
                      <m:rPr>
                        <m:lit/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min</m:t>
                    </m:r>
                    <m:r>
                      <m:rPr>
                        <m:nor/>
                      </m:rP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𝟒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𝟏𝟏</m:t>
                    </m:r>
                    <m:r>
                      <a:rPr lang="fr-FR" b="1" i="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µ</m:t>
                    </m:r>
                    <m:r>
                      <a:rPr lang="fr-FR" b="1" i="1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𝑯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ambria Math" panose="02040503050406030204" pitchFamily="18" charset="0"/>
                </a:rPr>
                <a:t>"L\_min = " 𝟒,𝟏𝟏 µ𝑯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Vin</m:t>
                        </m:r>
                        <m:r>
                          <m:rPr>
                            <m:lit/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_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max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−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Vout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)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𝑽𝒊𝒏</m:t>
                        </m:r>
                        <m:r>
                          <m:rPr>
                            <m:lit/>
                          </m:rP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_</m:t>
                        </m:r>
                        <m:func>
                          <m:func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𝒔𝒘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"Vout x (Vin\_max − Vout)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/(𝑽𝒊𝒏\_𝐦𝐚𝐱⁡〖"× L ×"  〗 "f" 𝒔𝒘)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5 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(24− 5)</m:t>
                        </m:r>
                      </m:num>
                      <m:den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24 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 (4,7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(1,1 </m:t>
                        </m:r>
                        <m:sSup>
                          <m:sSupPr>
                            <m:ctrl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fr-FR" b="1" i="1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  <m:sup>
                            <m:r>
                              <a:rPr lang="fr-FR" b="1" i="0" noProof="0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"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"5 x (24− 5)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/("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24 x (4,7 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〖"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x</a:t>
              </a: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  𝟏𝟎〗^(−𝟔) ") x(1,1 " 〖"x"  𝟏𝟎〗^𝟔 ")" 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∆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iL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0,76 </m:t>
                    </m:r>
                    <m:r>
                      <m:rPr>
                        <m:nor/>
                      </m:rPr>
                      <a:rPr lang="fr-FR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A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"∆ iL = 0,76 A</a:t>
              </a:r>
              <a:r>
                <a:rPr lang="fr-FR" b="1" i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"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𝑽𝒐𝒖𝒕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num>
                      <m:den>
                        <m: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𝑽𝒓𝒆𝒇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RFBB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59FC929-7148-47E7-9D09-8919D0D310C1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(𝑽𝒐𝒖𝒕 −𝑽𝒓𝒆𝒇)/𝑽𝒓𝒆𝒇 "× RFBB"</a:t>
              </a:r>
              <a:endParaRPr lang="fr-FR" dirty="0"/>
            </a:p>
          </dgm:t>
        </dgm:pt>
      </mc:Fallback>
    </mc:AlternateConten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f>
                      <m:f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(10,2</m:t>
                    </m:r>
                    <m:sSup>
                      <m:sSupPr>
                        <m:ctrl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b="1" i="1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b="1" i="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1890FF7A-9551-4547-B72B-7B8B0F5A4CA5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 (𝟓 −𝟎,𝟖)/(𝟎,𝟖) "× (10,2" 〖" x"  𝟏𝟎〗^𝟑)</a:t>
              </a:r>
              <a:endParaRPr lang="fr-FR" dirty="0"/>
            </a:p>
          </dgm:t>
        </dgm:pt>
      </mc:Fallback>
    </mc:AlternateConten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mc:AlternateContent xmlns:mc="http://schemas.openxmlformats.org/markup-compatibility/2006" xmlns:a14="http://schemas.microsoft.com/office/drawing/2010/main">
      <mc:Choice Requires="a14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RFBT</m:t>
                    </m:r>
                    <m:r>
                      <m:rPr>
                        <m:nor/>
                      </m:rPr>
                      <a:rPr lang="fr-FR" b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= 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𝟓𝟑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𝟓𝟓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1" i="1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𝒌</m:t>
                    </m:r>
                    <m:r>
                      <a:rPr lang="fr-FR" b="1" i="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Ω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3CFE2B94-4C33-4436-A322-FE2ABBA5BC0B}">
          <dgm:prSet phldrT="[Texte]"/>
          <dgm:spPr/>
          <dgm:t>
            <a:bodyPr/>
            <a:lstStyle/>
            <a:p>
              <a:pPr>
                <a:buNone/>
              </a:pPr>
              <a:r>
                <a:rPr lang="fr-FR" b="1" i="0" noProof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</a:rPr>
                <a:t>"RFBT = " 𝟓𝟑,𝟓𝟓 𝒌Ω</a:t>
              </a:r>
              <a:endParaRPr lang="fr-FR" dirty="0"/>
            </a:p>
          </dgm:t>
        </dgm:pt>
      </mc:Fallback>
    </mc:AlternateConten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4C601064-2D7B-43D4-BF92-D9E7BCE25B6A}" type="doc">
      <dgm:prSet loTypeId="urn:microsoft.com/office/officeart/2005/8/layout/vList2" loCatId="list" qsTypeId="urn:microsoft.com/office/officeart/2005/8/quickstyle/simple4" qsCatId="simple" csTypeId="urn:microsoft.com/office/officeart/2005/8/colors/accent5_5" csCatId="accent5" phldr="1"/>
      <dgm:spPr/>
      <dgm:t>
        <a:bodyPr/>
        <a:lstStyle/>
        <a:p>
          <a:endParaRPr lang="fr-FR"/>
        </a:p>
      </dgm:t>
    </dgm:pt>
    <dgm:pt modelId="{359FC929-7148-47E7-9D09-8919D0D310C1}">
      <dgm:prSet phldrT="[Texte]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E371C28D-FF1F-4512-8231-5D1D6EA8ABFA}" type="parTrans" cxnId="{163AAFD7-6F58-4E0B-9DDA-DD7E6CC50F86}">
      <dgm:prSet/>
      <dgm:spPr/>
      <dgm:t>
        <a:bodyPr/>
        <a:lstStyle/>
        <a:p>
          <a:endParaRPr lang="fr-FR"/>
        </a:p>
      </dgm:t>
    </dgm:pt>
    <dgm:pt modelId="{4279119A-4B4B-4CEC-9588-03AEEBF65E45}" type="sibTrans" cxnId="{163AAFD7-6F58-4E0B-9DDA-DD7E6CC50F86}">
      <dgm:prSet/>
      <dgm:spPr/>
      <dgm:t>
        <a:bodyPr/>
        <a:lstStyle/>
        <a:p>
          <a:endParaRPr lang="fr-FR"/>
        </a:p>
      </dgm:t>
    </dgm:pt>
    <dgm:pt modelId="{1890FF7A-9551-4547-B72B-7B8B0F5A4CA5}">
      <dgm:prSet phldrT="[Texte]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D4C4A5DB-3D17-44E2-BA13-C9F2E5348CC2}" type="parTrans" cxnId="{6A3C562C-F43F-4861-8577-B2C082D0A99D}">
      <dgm:prSet/>
      <dgm:spPr/>
      <dgm:t>
        <a:bodyPr/>
        <a:lstStyle/>
        <a:p>
          <a:endParaRPr lang="fr-FR"/>
        </a:p>
      </dgm:t>
    </dgm:pt>
    <dgm:pt modelId="{3E7A72DF-54C1-4EF9-BFB2-F2DDED4F93A1}" type="sibTrans" cxnId="{6A3C562C-F43F-4861-8577-B2C082D0A99D}">
      <dgm:prSet/>
      <dgm:spPr/>
      <dgm:t>
        <a:bodyPr/>
        <a:lstStyle/>
        <a:p>
          <a:endParaRPr lang="fr-FR"/>
        </a:p>
      </dgm:t>
    </dgm:pt>
    <dgm:pt modelId="{3CFE2B94-4C33-4436-A322-FE2ABBA5BC0B}">
      <dgm:prSet phldrT="[Texte]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fr-FR">
              <a:noFill/>
            </a:rPr>
            <a:t> </a:t>
          </a:r>
        </a:p>
      </dgm:t>
    </dgm:pt>
    <dgm:pt modelId="{66FCF69C-7682-4F76-A94E-135D53296120}" type="parTrans" cxnId="{61F1F8E7-53F0-4037-BD4C-218DB077305F}">
      <dgm:prSet/>
      <dgm:spPr/>
      <dgm:t>
        <a:bodyPr/>
        <a:lstStyle/>
        <a:p>
          <a:endParaRPr lang="fr-FR"/>
        </a:p>
      </dgm:t>
    </dgm:pt>
    <dgm:pt modelId="{9357C2B2-E219-48CC-8F2D-C5E38AD8944E}" type="sibTrans" cxnId="{61F1F8E7-53F0-4037-BD4C-218DB077305F}">
      <dgm:prSet/>
      <dgm:spPr/>
      <dgm:t>
        <a:bodyPr/>
        <a:lstStyle/>
        <a:p>
          <a:endParaRPr lang="fr-FR"/>
        </a:p>
      </dgm:t>
    </dgm:pt>
    <dgm:pt modelId="{4B36FA0F-6CFE-4FE9-B3BC-68D1F98E2400}" type="pres">
      <dgm:prSet presAssocID="{4C601064-2D7B-43D4-BF92-D9E7BCE25B6A}" presName="linear" presStyleCnt="0">
        <dgm:presLayoutVars>
          <dgm:animLvl val="lvl"/>
          <dgm:resizeHandles val="exact"/>
        </dgm:presLayoutVars>
      </dgm:prSet>
      <dgm:spPr/>
    </dgm:pt>
    <dgm:pt modelId="{A3365CA1-4C80-44EC-9EF6-649EAF12C503}" type="pres">
      <dgm:prSet presAssocID="{359FC929-7148-47E7-9D09-8919D0D310C1}" presName="parentText" presStyleLbl="node1" presStyleIdx="0" presStyleCnt="3" custLinFactNeighborY="-14689">
        <dgm:presLayoutVars>
          <dgm:chMax val="0"/>
          <dgm:bulletEnabled val="1"/>
        </dgm:presLayoutVars>
      </dgm:prSet>
      <dgm:spPr/>
    </dgm:pt>
    <dgm:pt modelId="{E5CC595A-717B-4C75-BB16-32206694A575}" type="pres">
      <dgm:prSet presAssocID="{4279119A-4B4B-4CEC-9588-03AEEBF65E45}" presName="spacer" presStyleCnt="0"/>
      <dgm:spPr/>
    </dgm:pt>
    <dgm:pt modelId="{731A7533-F3B8-4D22-95BB-5F713401C387}" type="pres">
      <dgm:prSet presAssocID="{1890FF7A-9551-4547-B72B-7B8B0F5A4CA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C51A97-3033-4C4F-B596-28F55DF6E4D7}" type="pres">
      <dgm:prSet presAssocID="{3E7A72DF-54C1-4EF9-BFB2-F2DDED4F93A1}" presName="spacer" presStyleCnt="0"/>
      <dgm:spPr/>
    </dgm:pt>
    <dgm:pt modelId="{75057F83-0F98-49D0-83E7-934CA3403E13}" type="pres">
      <dgm:prSet presAssocID="{3CFE2B94-4C33-4436-A322-FE2ABBA5BC0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3C562C-F43F-4861-8577-B2C082D0A99D}" srcId="{4C601064-2D7B-43D4-BF92-D9E7BCE25B6A}" destId="{1890FF7A-9551-4547-B72B-7B8B0F5A4CA5}" srcOrd="1" destOrd="0" parTransId="{D4C4A5DB-3D17-44E2-BA13-C9F2E5348CC2}" sibTransId="{3E7A72DF-54C1-4EF9-BFB2-F2DDED4F93A1}"/>
    <dgm:cxn modelId="{61238858-D0D5-4745-BCE2-AAD4CCD03531}" type="presOf" srcId="{359FC929-7148-47E7-9D09-8919D0D310C1}" destId="{A3365CA1-4C80-44EC-9EF6-649EAF12C503}" srcOrd="0" destOrd="0" presId="urn:microsoft.com/office/officeart/2005/8/layout/vList2"/>
    <dgm:cxn modelId="{39DC168A-9F9F-4281-8178-AD8B767380B3}" type="presOf" srcId="{1890FF7A-9551-4547-B72B-7B8B0F5A4CA5}" destId="{731A7533-F3B8-4D22-95BB-5F713401C387}" srcOrd="0" destOrd="0" presId="urn:microsoft.com/office/officeart/2005/8/layout/vList2"/>
    <dgm:cxn modelId="{F74BF08D-4B3E-4DDE-ACF2-C4F7FE29C624}" type="presOf" srcId="{4C601064-2D7B-43D4-BF92-D9E7BCE25B6A}" destId="{4B36FA0F-6CFE-4FE9-B3BC-68D1F98E2400}" srcOrd="0" destOrd="0" presId="urn:microsoft.com/office/officeart/2005/8/layout/vList2"/>
    <dgm:cxn modelId="{F75047C6-ED93-4DAE-BE12-F8918B83462E}" type="presOf" srcId="{3CFE2B94-4C33-4436-A322-FE2ABBA5BC0B}" destId="{75057F83-0F98-49D0-83E7-934CA3403E13}" srcOrd="0" destOrd="0" presId="urn:microsoft.com/office/officeart/2005/8/layout/vList2"/>
    <dgm:cxn modelId="{163AAFD7-6F58-4E0B-9DDA-DD7E6CC50F86}" srcId="{4C601064-2D7B-43D4-BF92-D9E7BCE25B6A}" destId="{359FC929-7148-47E7-9D09-8919D0D310C1}" srcOrd="0" destOrd="0" parTransId="{E371C28D-FF1F-4512-8231-5D1D6EA8ABFA}" sibTransId="{4279119A-4B4B-4CEC-9588-03AEEBF65E45}"/>
    <dgm:cxn modelId="{61F1F8E7-53F0-4037-BD4C-218DB077305F}" srcId="{4C601064-2D7B-43D4-BF92-D9E7BCE25B6A}" destId="{3CFE2B94-4C33-4436-A322-FE2ABBA5BC0B}" srcOrd="2" destOrd="0" parTransId="{66FCF69C-7682-4F76-A94E-135D53296120}" sibTransId="{9357C2B2-E219-48CC-8F2D-C5E38AD8944E}"/>
    <dgm:cxn modelId="{ACC1CBB0-F6F7-458D-9234-1A40BBD93AEC}" type="presParOf" srcId="{4B36FA0F-6CFE-4FE9-B3BC-68D1F98E2400}" destId="{A3365CA1-4C80-44EC-9EF6-649EAF12C503}" srcOrd="0" destOrd="0" presId="urn:microsoft.com/office/officeart/2005/8/layout/vList2"/>
    <dgm:cxn modelId="{62A1A7D4-61DE-41C3-B930-C836B8AD78F8}" type="presParOf" srcId="{4B36FA0F-6CFE-4FE9-B3BC-68D1F98E2400}" destId="{E5CC595A-717B-4C75-BB16-32206694A575}" srcOrd="1" destOrd="0" presId="urn:microsoft.com/office/officeart/2005/8/layout/vList2"/>
    <dgm:cxn modelId="{715C064C-F5ED-4933-8FF3-5CB91CD4E294}" type="presParOf" srcId="{4B36FA0F-6CFE-4FE9-B3BC-68D1F98E2400}" destId="{731A7533-F3B8-4D22-95BB-5F713401C387}" srcOrd="2" destOrd="0" presId="urn:microsoft.com/office/officeart/2005/8/layout/vList2"/>
    <dgm:cxn modelId="{9FB7DF0A-26AB-45D3-8D9D-47380769D8C8}" type="presParOf" srcId="{4B36FA0F-6CFE-4FE9-B3BC-68D1F98E2400}" destId="{16C51A97-3033-4C4F-B596-28F55DF6E4D7}" srcOrd="3" destOrd="0" presId="urn:microsoft.com/office/officeart/2005/8/layout/vList2"/>
    <dgm:cxn modelId="{BDBB9276-9652-418D-9BAA-3C8BB3DA1570}" type="presParOf" srcId="{4B36FA0F-6CFE-4FE9-B3BC-68D1F98E2400}" destId="{75057F83-0F98-49D0-83E7-934CA3403E1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53BF-974A-4E33-B974-F9B55025CFD5}">
      <dsp:nvSpPr>
        <dsp:cNvPr id="0" name=""/>
        <dsp:cNvSpPr/>
      </dsp:nvSpPr>
      <dsp:spPr>
        <a:xfrm rot="5400000">
          <a:off x="-132766" y="133817"/>
          <a:ext cx="885109" cy="619576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1</a:t>
          </a:r>
          <a:endParaRPr lang="fr-FR" sz="1700" b="1" kern="1200" noProof="0" dirty="0"/>
        </a:p>
      </dsp:txBody>
      <dsp:txXfrm rot="-5400000">
        <a:off x="1" y="310838"/>
        <a:ext cx="619576" cy="265533"/>
      </dsp:txXfrm>
    </dsp:sp>
    <dsp:sp modelId="{4CC66876-BB59-4268-AD33-C76678E5C0E6}">
      <dsp:nvSpPr>
        <dsp:cNvPr id="0" name=""/>
        <dsp:cNvSpPr/>
      </dsp:nvSpPr>
      <dsp:spPr>
        <a:xfrm rot="5400000">
          <a:off x="5071880" y="-4451252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projet </a:t>
          </a:r>
          <a:endParaRPr lang="fr-FR" sz="3300" kern="1200" noProof="0" dirty="0"/>
        </a:p>
      </dsp:txBody>
      <dsp:txXfrm rot="-5400000">
        <a:off x="619577" y="29136"/>
        <a:ext cx="9451844" cy="519151"/>
      </dsp:txXfrm>
    </dsp:sp>
    <dsp:sp modelId="{85D68C3E-6771-4219-A862-BAB728749628}">
      <dsp:nvSpPr>
        <dsp:cNvPr id="0" name=""/>
        <dsp:cNvSpPr/>
      </dsp:nvSpPr>
      <dsp:spPr>
        <a:xfrm rot="5400000">
          <a:off x="-132766" y="920579"/>
          <a:ext cx="885109" cy="619576"/>
        </a:xfrm>
        <a:prstGeom prst="chevron">
          <a:avLst/>
        </a:prstGeom>
        <a:solidFill>
          <a:schemeClr val="accent4">
            <a:hueOff val="531752"/>
            <a:satOff val="192"/>
            <a:lumOff val="-1569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2</a:t>
          </a:r>
        </a:p>
      </dsp:txBody>
      <dsp:txXfrm rot="-5400000">
        <a:off x="1" y="1097600"/>
        <a:ext cx="619576" cy="265533"/>
      </dsp:txXfrm>
    </dsp:sp>
    <dsp:sp modelId="{583C73D5-02F0-4DC8-88FF-F7CAC2DA1255}">
      <dsp:nvSpPr>
        <dsp:cNvPr id="0" name=""/>
        <dsp:cNvSpPr/>
      </dsp:nvSpPr>
      <dsp:spPr>
        <a:xfrm rot="5400000">
          <a:off x="5071880" y="-3664491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531752"/>
              <a:satOff val="192"/>
              <a:lumOff val="-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Conception préliminaire</a:t>
          </a:r>
        </a:p>
      </dsp:txBody>
      <dsp:txXfrm rot="-5400000">
        <a:off x="619577" y="815897"/>
        <a:ext cx="9451844" cy="519151"/>
      </dsp:txXfrm>
    </dsp:sp>
    <dsp:sp modelId="{7199188C-DC2B-40CA-AD5C-6B1E21E36DA8}">
      <dsp:nvSpPr>
        <dsp:cNvPr id="0" name=""/>
        <dsp:cNvSpPr/>
      </dsp:nvSpPr>
      <dsp:spPr>
        <a:xfrm rot="5400000">
          <a:off x="-132766" y="1707341"/>
          <a:ext cx="885109" cy="619576"/>
        </a:xfrm>
        <a:prstGeom prst="chevron">
          <a:avLst/>
        </a:prstGeom>
        <a:solidFill>
          <a:schemeClr val="accent4">
            <a:hueOff val="1063504"/>
            <a:satOff val="385"/>
            <a:lumOff val="-3137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3</a:t>
          </a:r>
        </a:p>
      </dsp:txBody>
      <dsp:txXfrm rot="-5400000">
        <a:off x="1" y="1884362"/>
        <a:ext cx="619576" cy="265533"/>
      </dsp:txXfrm>
    </dsp:sp>
    <dsp:sp modelId="{81E620A8-7087-4DE6-8945-F8F4524096C5}">
      <dsp:nvSpPr>
        <dsp:cNvPr id="0" name=""/>
        <dsp:cNvSpPr/>
      </dsp:nvSpPr>
      <dsp:spPr>
        <a:xfrm rot="5400000">
          <a:off x="5071880" y="-2877729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063504"/>
              <a:satOff val="385"/>
              <a:lumOff val="-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Réalisation du Projet</a:t>
          </a:r>
        </a:p>
      </dsp:txBody>
      <dsp:txXfrm rot="-5400000">
        <a:off x="619577" y="1602659"/>
        <a:ext cx="9451844" cy="519151"/>
      </dsp:txXfrm>
    </dsp:sp>
    <dsp:sp modelId="{DFCB1099-4FB7-4074-A838-6779C9B3B800}">
      <dsp:nvSpPr>
        <dsp:cNvPr id="0" name=""/>
        <dsp:cNvSpPr/>
      </dsp:nvSpPr>
      <dsp:spPr>
        <a:xfrm rot="5400000">
          <a:off x="-132766" y="2494103"/>
          <a:ext cx="885109" cy="619576"/>
        </a:xfrm>
        <a:prstGeom prst="chevron">
          <a:avLst/>
        </a:prstGeom>
        <a:solidFill>
          <a:schemeClr val="accent4">
            <a:hueOff val="1595257"/>
            <a:satOff val="577"/>
            <a:lumOff val="-4706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4</a:t>
          </a:r>
        </a:p>
      </dsp:txBody>
      <dsp:txXfrm rot="-5400000">
        <a:off x="1" y="2671124"/>
        <a:ext cx="619576" cy="265533"/>
      </dsp:txXfrm>
    </dsp:sp>
    <dsp:sp modelId="{3712D431-A335-40E6-A6DB-8ADAAB5AE842}">
      <dsp:nvSpPr>
        <dsp:cNvPr id="0" name=""/>
        <dsp:cNvSpPr/>
      </dsp:nvSpPr>
      <dsp:spPr>
        <a:xfrm rot="5400000">
          <a:off x="5071880" y="-2090967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1595257"/>
              <a:satOff val="577"/>
              <a:lumOff val="-47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Présentation du code</a:t>
          </a:r>
        </a:p>
      </dsp:txBody>
      <dsp:txXfrm rot="-5400000">
        <a:off x="619577" y="2389421"/>
        <a:ext cx="9451844" cy="519151"/>
      </dsp:txXfrm>
    </dsp:sp>
    <dsp:sp modelId="{1094D08A-160E-4BD7-A08B-A02A201CD109}">
      <dsp:nvSpPr>
        <dsp:cNvPr id="0" name=""/>
        <dsp:cNvSpPr/>
      </dsp:nvSpPr>
      <dsp:spPr>
        <a:xfrm rot="5400000">
          <a:off x="-132766" y="3280864"/>
          <a:ext cx="885109" cy="619576"/>
        </a:xfrm>
        <a:prstGeom prst="chevron">
          <a:avLst/>
        </a:prstGeom>
        <a:solidFill>
          <a:schemeClr val="accent4">
            <a:hueOff val="2127009"/>
            <a:satOff val="770"/>
            <a:lumOff val="-6274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5</a:t>
          </a:r>
        </a:p>
      </dsp:txBody>
      <dsp:txXfrm rot="-5400000">
        <a:off x="1" y="3457885"/>
        <a:ext cx="619576" cy="265533"/>
      </dsp:txXfrm>
    </dsp:sp>
    <dsp:sp modelId="{CFC3C98C-C5D0-4727-9F52-9067E98665F3}">
      <dsp:nvSpPr>
        <dsp:cNvPr id="0" name=""/>
        <dsp:cNvSpPr/>
      </dsp:nvSpPr>
      <dsp:spPr>
        <a:xfrm rot="5400000">
          <a:off x="5071880" y="-1304205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127009"/>
              <a:satOff val="770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Problèmes rencontrés</a:t>
          </a:r>
        </a:p>
      </dsp:txBody>
      <dsp:txXfrm rot="-5400000">
        <a:off x="619577" y="3176183"/>
        <a:ext cx="9451844" cy="519151"/>
      </dsp:txXfrm>
    </dsp:sp>
    <dsp:sp modelId="{907DC850-420F-4D4E-986D-D9B5C077FD8C}">
      <dsp:nvSpPr>
        <dsp:cNvPr id="0" name=""/>
        <dsp:cNvSpPr/>
      </dsp:nvSpPr>
      <dsp:spPr>
        <a:xfrm rot="5400000">
          <a:off x="-132766" y="4067626"/>
          <a:ext cx="885109" cy="619576"/>
        </a:xfrm>
        <a:prstGeom prst="chevron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noProof="0" dirty="0">
              <a:ea typeface="Tahoma" pitchFamily="34"/>
              <a:cs typeface="Tahoma" pitchFamily="34"/>
            </a:rPr>
            <a:t>6</a:t>
          </a:r>
        </a:p>
      </dsp:txBody>
      <dsp:txXfrm rot="-5400000">
        <a:off x="1" y="4244647"/>
        <a:ext cx="619576" cy="265533"/>
      </dsp:txXfrm>
    </dsp:sp>
    <dsp:sp modelId="{B885420A-5D69-479F-8A98-6B094291C571}">
      <dsp:nvSpPr>
        <dsp:cNvPr id="0" name=""/>
        <dsp:cNvSpPr/>
      </dsp:nvSpPr>
      <dsp:spPr>
        <a:xfrm rot="5400000">
          <a:off x="5071880" y="-517443"/>
          <a:ext cx="575321" cy="947992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2658761"/>
              <a:satOff val="962"/>
              <a:lumOff val="-78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0955" rIns="20955" bIns="2095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 noProof="0" dirty="0">
              <a:ea typeface="Tahoma" pitchFamily="34"/>
              <a:cs typeface="Tahoma" pitchFamily="34"/>
            </a:rPr>
            <a:t>Démonstration &amp; Présentation des tests</a:t>
          </a:r>
        </a:p>
      </dsp:txBody>
      <dsp:txXfrm rot="-5400000">
        <a:off x="619577" y="3962945"/>
        <a:ext cx="9451844" cy="519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3CD15-9A4C-4C0F-98A8-1133CD3A02FF}">
      <dsp:nvSpPr>
        <dsp:cNvPr id="0" name=""/>
        <dsp:cNvSpPr/>
      </dsp:nvSpPr>
      <dsp:spPr>
        <a:xfrm>
          <a:off x="0" y="0"/>
          <a:ext cx="8627471" cy="527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La liste des choix techniques/technologiques </a:t>
          </a:r>
        </a:p>
      </dsp:txBody>
      <dsp:txXfrm>
        <a:off x="25759" y="25759"/>
        <a:ext cx="8575953" cy="476152"/>
      </dsp:txXfrm>
    </dsp:sp>
    <dsp:sp modelId="{652183C0-C08B-43C6-9C4A-CB47CA4EB5FB}">
      <dsp:nvSpPr>
        <dsp:cNvPr id="0" name=""/>
        <dsp:cNvSpPr/>
      </dsp:nvSpPr>
      <dsp:spPr>
        <a:xfrm>
          <a:off x="0" y="611862"/>
          <a:ext cx="8627471" cy="527670"/>
        </a:xfrm>
        <a:prstGeom prst="roundRect">
          <a:avLst/>
        </a:prstGeom>
        <a:solidFill>
          <a:schemeClr val="accent4">
            <a:hueOff val="379823"/>
            <a:satOff val="137"/>
            <a:lumOff val="-112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prototypage des structures électroniques et logicielles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637621"/>
        <a:ext cx="8575953" cy="476152"/>
      </dsp:txXfrm>
    </dsp:sp>
    <dsp:sp modelId="{A0E5CBEA-24F3-477B-B819-AAC77E2778A0}">
      <dsp:nvSpPr>
        <dsp:cNvPr id="0" name=""/>
        <dsp:cNvSpPr/>
      </dsp:nvSpPr>
      <dsp:spPr>
        <a:xfrm>
          <a:off x="0" y="1202892"/>
          <a:ext cx="8627471" cy="527670"/>
        </a:xfrm>
        <a:prstGeom prst="roundRect">
          <a:avLst/>
        </a:prstGeom>
        <a:solidFill>
          <a:schemeClr val="accent4">
            <a:hueOff val="759646"/>
            <a:satOff val="275"/>
            <a:lumOff val="-2241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schéma structurel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1228651"/>
        <a:ext cx="8575953" cy="476152"/>
      </dsp:txXfrm>
    </dsp:sp>
    <dsp:sp modelId="{49579566-A967-4698-9299-22F9DC376B3D}">
      <dsp:nvSpPr>
        <dsp:cNvPr id="0" name=""/>
        <dsp:cNvSpPr/>
      </dsp:nvSpPr>
      <dsp:spPr>
        <a:xfrm>
          <a:off x="0" y="1793922"/>
          <a:ext cx="8627471" cy="527670"/>
        </a:xfrm>
        <a:prstGeom prst="roundRect">
          <a:avLst/>
        </a:prstGeom>
        <a:solidFill>
          <a:schemeClr val="accent4">
            <a:hueOff val="1139469"/>
            <a:satOff val="412"/>
            <a:lumOff val="-3361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routage sur KiCad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1819681"/>
        <a:ext cx="8575953" cy="476152"/>
      </dsp:txXfrm>
    </dsp:sp>
    <dsp:sp modelId="{591A83A7-33CD-49A9-B43E-A9663F62A3F0}">
      <dsp:nvSpPr>
        <dsp:cNvPr id="0" name=""/>
        <dsp:cNvSpPr/>
      </dsp:nvSpPr>
      <dsp:spPr>
        <a:xfrm>
          <a:off x="0" y="2384952"/>
          <a:ext cx="8627471" cy="527670"/>
        </a:xfrm>
        <a:prstGeom prst="roundRect">
          <a:avLst/>
        </a:prstGeom>
        <a:solidFill>
          <a:schemeClr val="accent4">
            <a:hueOff val="1519292"/>
            <a:satOff val="550"/>
            <a:lumOff val="-448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code du microcontrôleur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2410711"/>
        <a:ext cx="8575953" cy="476152"/>
      </dsp:txXfrm>
    </dsp:sp>
    <dsp:sp modelId="{E07F5984-F148-439B-8027-2C5D9BB76F09}">
      <dsp:nvSpPr>
        <dsp:cNvPr id="0" name=""/>
        <dsp:cNvSpPr/>
      </dsp:nvSpPr>
      <dsp:spPr>
        <a:xfrm>
          <a:off x="0" y="2975982"/>
          <a:ext cx="8627471" cy="527670"/>
        </a:xfrm>
        <a:prstGeom prst="roundRect">
          <a:avLst/>
        </a:prstGeom>
        <a:solidFill>
          <a:schemeClr val="accent4">
            <a:hueOff val="1899115"/>
            <a:satOff val="687"/>
            <a:lumOff val="-5602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 mode d’emploi / la procédure d’utilisation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3001741"/>
        <a:ext cx="8575953" cy="476152"/>
      </dsp:txXfrm>
    </dsp:sp>
    <dsp:sp modelId="{5711CC92-3DFF-43E0-B35E-EA0348BB8854}">
      <dsp:nvSpPr>
        <dsp:cNvPr id="0" name=""/>
        <dsp:cNvSpPr/>
      </dsp:nvSpPr>
      <dsp:spPr>
        <a:xfrm>
          <a:off x="0" y="3567012"/>
          <a:ext cx="8627471" cy="527670"/>
        </a:xfrm>
        <a:prstGeom prst="roundRect">
          <a:avLst/>
        </a:prstGeom>
        <a:solidFill>
          <a:schemeClr val="accent4">
            <a:hueOff val="2278938"/>
            <a:satOff val="825"/>
            <a:lumOff val="-6723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Les perspectives… 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3592771"/>
        <a:ext cx="8575953" cy="476152"/>
      </dsp:txXfrm>
    </dsp:sp>
    <dsp:sp modelId="{D0473071-0030-42F7-94B1-4158E7E288A0}">
      <dsp:nvSpPr>
        <dsp:cNvPr id="0" name=""/>
        <dsp:cNvSpPr/>
      </dsp:nvSpPr>
      <dsp:spPr>
        <a:xfrm>
          <a:off x="0" y="4144112"/>
          <a:ext cx="8627471" cy="527670"/>
        </a:xfrm>
        <a:prstGeom prst="roundRect">
          <a:avLst/>
        </a:prstGeom>
        <a:solidFill>
          <a:schemeClr val="accent4">
            <a:hueOff val="2658761"/>
            <a:satOff val="962"/>
            <a:lumOff val="-7843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/>
              <a:ea typeface="+mn-ea"/>
              <a:cs typeface="+mn-cs"/>
            </a:rPr>
            <a:t>Un coût de moins de 500 €</a:t>
          </a:r>
          <a:endParaRPr lang="fr-FR" sz="19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entury Gothic" panose="020B0502020202020204"/>
            <a:ea typeface="+mn-ea"/>
            <a:cs typeface="+mn-cs"/>
          </a:endParaRPr>
        </a:p>
      </dsp:txBody>
      <dsp:txXfrm>
        <a:off x="25759" y="4169871"/>
        <a:ext cx="8575953" cy="4761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A554D-BEC0-45B6-B27A-63EA7C1F3266}">
      <dsp:nvSpPr>
        <dsp:cNvPr id="0" name=""/>
        <dsp:cNvSpPr/>
      </dsp:nvSpPr>
      <dsp:spPr>
        <a:xfrm>
          <a:off x="0" y="2420"/>
          <a:ext cx="4539169" cy="65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b="1" kern="1200" noProof="0" dirty="0">
              <a:effectLst/>
            </a:rPr>
            <a:t>Arduino nano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33</a:t>
          </a:r>
          <a:r>
            <a:rPr lang="fr-FR" sz="2400" b="1" kern="1200" noProof="0" dirty="0">
              <a:effectLst/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iot</a:t>
          </a:r>
          <a:endParaRPr lang="fr-FR" sz="2400" b="1" kern="1200" dirty="0">
            <a:solidFill>
              <a:prstClr val="white"/>
            </a:solidFill>
            <a:effectLst/>
            <a:latin typeface="Century Gothic" panose="020B0502020202020204"/>
            <a:ea typeface="+mn-ea"/>
            <a:cs typeface="+mn-cs"/>
          </a:endParaRPr>
        </a:p>
      </dsp:txBody>
      <dsp:txXfrm>
        <a:off x="31984" y="34404"/>
        <a:ext cx="4475201" cy="591232"/>
      </dsp:txXfrm>
    </dsp:sp>
    <dsp:sp modelId="{5782961D-18FF-4291-8DA2-E1D011E57F1A}">
      <dsp:nvSpPr>
        <dsp:cNvPr id="0" name=""/>
        <dsp:cNvSpPr/>
      </dsp:nvSpPr>
      <dsp:spPr>
        <a:xfrm>
          <a:off x="0" y="757495"/>
          <a:ext cx="4539169" cy="655200"/>
        </a:xfrm>
        <a:prstGeom prst="roundRect">
          <a:avLst/>
        </a:prstGeom>
        <a:solidFill>
          <a:schemeClr val="accent5">
            <a:hueOff val="1039540"/>
            <a:satOff val="-669"/>
            <a:lumOff val="45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Eth Wiz Click</a:t>
          </a:r>
        </a:p>
      </dsp:txBody>
      <dsp:txXfrm>
        <a:off x="31984" y="789479"/>
        <a:ext cx="4475201" cy="591232"/>
      </dsp:txXfrm>
    </dsp:sp>
    <dsp:sp modelId="{3EA315D3-9D34-4D65-86A0-2381F58ECB32}">
      <dsp:nvSpPr>
        <dsp:cNvPr id="0" name=""/>
        <dsp:cNvSpPr/>
      </dsp:nvSpPr>
      <dsp:spPr>
        <a:xfrm>
          <a:off x="0" y="1514420"/>
          <a:ext cx="4539169" cy="655200"/>
        </a:xfrm>
        <a:prstGeom prst="round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Ecran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OLED</a:t>
          </a:r>
        </a:p>
      </dsp:txBody>
      <dsp:txXfrm>
        <a:off x="31984" y="1546404"/>
        <a:ext cx="4475201" cy="591232"/>
      </dsp:txXfrm>
    </dsp:sp>
    <dsp:sp modelId="{ECFD3739-EC2E-4C44-9486-EF38D6714F68}">
      <dsp:nvSpPr>
        <dsp:cNvPr id="0" name=""/>
        <dsp:cNvSpPr/>
      </dsp:nvSpPr>
      <dsp:spPr>
        <a:xfrm>
          <a:off x="0" y="2270420"/>
          <a:ext cx="4539169" cy="655200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Bouton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poussoir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2302404"/>
        <a:ext cx="4475201" cy="591232"/>
      </dsp:txXfrm>
    </dsp:sp>
    <dsp:sp modelId="{C14CE47E-43AE-4AEA-B712-26E127FC6EB3}">
      <dsp:nvSpPr>
        <dsp:cNvPr id="0" name=""/>
        <dsp:cNvSpPr/>
      </dsp:nvSpPr>
      <dsp:spPr>
        <a:xfrm>
          <a:off x="0" y="3026420"/>
          <a:ext cx="4539169" cy="655200"/>
        </a:xfrm>
        <a:prstGeom prst="round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Interrupteur</a:t>
          </a:r>
        </a:p>
      </dsp:txBody>
      <dsp:txXfrm>
        <a:off x="31984" y="3058404"/>
        <a:ext cx="4475201" cy="591232"/>
      </dsp:txXfrm>
    </dsp:sp>
    <dsp:sp modelId="{C56CFFAE-25F0-42DE-8C9C-1A75F5687536}">
      <dsp:nvSpPr>
        <dsp:cNvPr id="0" name=""/>
        <dsp:cNvSpPr/>
      </dsp:nvSpPr>
      <dsp:spPr>
        <a:xfrm>
          <a:off x="0" y="3782420"/>
          <a:ext cx="4539169" cy="655200"/>
        </a:xfrm>
        <a:prstGeom prst="roundRect">
          <a:avLst/>
        </a:prstGeom>
        <a:solidFill>
          <a:schemeClr val="accent5">
            <a:hueOff val="5197698"/>
            <a:satOff val="-3344"/>
            <a:lumOff val="2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Fiche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Banane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Femelle</a:t>
          </a:r>
          <a:r>
            <a:rPr lang="fr-FR" sz="1800" kern="120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 </a:t>
          </a:r>
        </a:p>
      </dsp:txBody>
      <dsp:txXfrm>
        <a:off x="31984" y="3814404"/>
        <a:ext cx="4475201" cy="591232"/>
      </dsp:txXfrm>
    </dsp:sp>
    <dsp:sp modelId="{F52BDD7E-47F9-489A-BBC9-039F41C04B24}">
      <dsp:nvSpPr>
        <dsp:cNvPr id="0" name=""/>
        <dsp:cNvSpPr/>
      </dsp:nvSpPr>
      <dsp:spPr>
        <a:xfrm>
          <a:off x="0" y="4538420"/>
          <a:ext cx="4539169" cy="655200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Connecteur 5264 </a:t>
          </a:r>
          <a:r>
            <a:rPr lang="fr-FR" sz="1400" b="1" kern="1200" noProof="0" dirty="0">
              <a:solidFill>
                <a:prstClr val="white"/>
              </a:solidFill>
              <a:effectLst/>
              <a:latin typeface="Century Gothic" panose="020B0502020202020204"/>
              <a:ea typeface="+mn-ea"/>
              <a:cs typeface="+mn-cs"/>
            </a:rPr>
            <a:t>(Panneau Solaire</a:t>
          </a:r>
          <a:r>
            <a:rPr lang="fr-FR" sz="1400" b="1" kern="1200" noProof="0" dirty="0">
              <a:effectLst/>
            </a:rPr>
            <a:t>)</a:t>
          </a:r>
          <a:endParaRPr lang="fr-FR" sz="1050" b="1" kern="1200" noProof="0" dirty="0">
            <a:effectLst/>
          </a:endParaRPr>
        </a:p>
      </dsp:txBody>
      <dsp:txXfrm>
        <a:off x="31984" y="4570404"/>
        <a:ext cx="4475201" cy="5912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0A4EF-FA9B-45FF-BCCC-763E44997A3F}">
      <dsp:nvSpPr>
        <dsp:cNvPr id="0" name=""/>
        <dsp:cNvSpPr/>
      </dsp:nvSpPr>
      <dsp:spPr>
        <a:xfrm>
          <a:off x="0" y="220171"/>
          <a:ext cx="4601992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fr-FR" sz="2400" kern="1200" dirty="0"/>
            <a:t>LM51625 </a:t>
          </a:r>
        </a:p>
      </dsp:txBody>
      <dsp:txXfrm>
        <a:off x="28100" y="248271"/>
        <a:ext cx="4545792" cy="519439"/>
      </dsp:txXfrm>
    </dsp:sp>
    <dsp:sp modelId="{938283FB-3D28-4C56-935D-E9811B5305AD}">
      <dsp:nvSpPr>
        <dsp:cNvPr id="0" name=""/>
        <dsp:cNvSpPr/>
      </dsp:nvSpPr>
      <dsp:spPr>
        <a:xfrm>
          <a:off x="0" y="864931"/>
          <a:ext cx="4601992" cy="575639"/>
        </a:xfrm>
        <a:prstGeom prst="roundRect">
          <a:avLst/>
        </a:prstGeom>
        <a:solidFill>
          <a:schemeClr val="accent5">
            <a:hueOff val="1247448"/>
            <a:satOff val="-803"/>
            <a:lumOff val="54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Bobine 4,7 µH</a:t>
          </a:r>
        </a:p>
      </dsp:txBody>
      <dsp:txXfrm>
        <a:off x="28100" y="893031"/>
        <a:ext cx="4545792" cy="519439"/>
      </dsp:txXfrm>
    </dsp:sp>
    <dsp:sp modelId="{8FEBFC50-0679-4317-9634-42D74C9EE34A}">
      <dsp:nvSpPr>
        <dsp:cNvPr id="0" name=""/>
        <dsp:cNvSpPr/>
      </dsp:nvSpPr>
      <dsp:spPr>
        <a:xfrm>
          <a:off x="0" y="1509691"/>
          <a:ext cx="4601992" cy="575639"/>
        </a:xfrm>
        <a:prstGeom prst="roundRect">
          <a:avLst/>
        </a:prstGeom>
        <a:solidFill>
          <a:schemeClr val="accent5">
            <a:hueOff val="2494895"/>
            <a:satOff val="-1605"/>
            <a:lumOff val="1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53,6 kΩ</a:t>
          </a:r>
        </a:p>
      </dsp:txBody>
      <dsp:txXfrm>
        <a:off x="28100" y="1537791"/>
        <a:ext cx="4545792" cy="519439"/>
      </dsp:txXfrm>
    </dsp:sp>
    <dsp:sp modelId="{D0912F46-7CF8-4BCE-A9FB-48A2C2565C98}">
      <dsp:nvSpPr>
        <dsp:cNvPr id="0" name=""/>
        <dsp:cNvSpPr/>
      </dsp:nvSpPr>
      <dsp:spPr>
        <a:xfrm>
          <a:off x="0" y="2154451"/>
          <a:ext cx="4601992" cy="575639"/>
        </a:xfrm>
        <a:prstGeom prst="roundRect">
          <a:avLst/>
        </a:prstGeom>
        <a:solidFill>
          <a:schemeClr val="accent5">
            <a:hueOff val="3742343"/>
            <a:satOff val="-2408"/>
            <a:lumOff val="164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Resistance 10,2 kΩ</a:t>
          </a:r>
        </a:p>
      </dsp:txBody>
      <dsp:txXfrm>
        <a:off x="28100" y="2182551"/>
        <a:ext cx="4545792" cy="519439"/>
      </dsp:txXfrm>
    </dsp:sp>
    <dsp:sp modelId="{5E7B378E-8F9A-4938-AC18-0FD72E7C22DE}">
      <dsp:nvSpPr>
        <dsp:cNvPr id="0" name=""/>
        <dsp:cNvSpPr/>
      </dsp:nvSpPr>
      <dsp:spPr>
        <a:xfrm>
          <a:off x="0" y="2799210"/>
          <a:ext cx="4601992" cy="575639"/>
        </a:xfrm>
        <a:prstGeom prst="roundRect">
          <a:avLst/>
        </a:prstGeom>
        <a:solidFill>
          <a:schemeClr val="accent5">
            <a:hueOff val="4989790"/>
            <a:satOff val="-3210"/>
            <a:lumOff val="219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22 µF</a:t>
          </a:r>
        </a:p>
      </dsp:txBody>
      <dsp:txXfrm>
        <a:off x="28100" y="2827310"/>
        <a:ext cx="4545792" cy="519439"/>
      </dsp:txXfrm>
    </dsp:sp>
    <dsp:sp modelId="{8C15D5FD-172E-4E5C-81D8-8A161ECF7CA7}">
      <dsp:nvSpPr>
        <dsp:cNvPr id="0" name=""/>
        <dsp:cNvSpPr/>
      </dsp:nvSpPr>
      <dsp:spPr>
        <a:xfrm>
          <a:off x="0" y="3443970"/>
          <a:ext cx="4601992" cy="57563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Condensateur 2,2 µF et 0,1µF</a:t>
          </a:r>
        </a:p>
      </dsp:txBody>
      <dsp:txXfrm>
        <a:off x="28100" y="3472070"/>
        <a:ext cx="4545792" cy="519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22310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Iout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 ×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Kind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Vout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275084"/>
        <a:ext cx="5552472" cy="975532"/>
      </dsp:txXfrm>
    </dsp:sp>
    <dsp:sp modelId="{731A7533-F3B8-4D22-95BB-5F713401C387}">
      <dsp:nvSpPr>
        <dsp:cNvPr id="0" name=""/>
        <dsp:cNvSpPr/>
      </dsp:nvSpPr>
      <dsp:spPr>
        <a:xfrm>
          <a:off x="0" y="137275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24 − 5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rPr>
                      <m:t>2,5 ×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𝟑𝟓</m:t>
                    </m:r>
                  </m:den>
                </m:f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 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f>
                  <m:fPr>
                    <m:ctrl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</m:num>
                  <m:den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24 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fr-FR" sz="2100" b="1" i="1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100" b="1" i="0" kern="1200" noProof="0" smtClean="0">
                        <a:ln w="0"/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</a:rPr>
                      <m:t>𝟎𝟎𝟎</m:t>
                    </m:r>
                  </m:den>
                </m:f>
              </m:oMath>
            </m:oMathPara>
          </a14:m>
          <a:endParaRPr lang="fr-FR" sz="2100" kern="1200" dirty="0"/>
        </a:p>
      </dsp:txBody>
      <dsp:txXfrm>
        <a:off x="52774" y="1425528"/>
        <a:ext cx="5552472" cy="975532"/>
      </dsp:txXfrm>
    </dsp:sp>
    <dsp:sp modelId="{75057F83-0F98-49D0-83E7-934CA3403E13}">
      <dsp:nvSpPr>
        <dsp:cNvPr id="0" name=""/>
        <dsp:cNvSpPr/>
      </dsp:nvSpPr>
      <dsp:spPr>
        <a:xfrm>
          <a:off x="0" y="2514314"/>
          <a:ext cx="5658020" cy="108108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100" b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L</m:t>
                </m:r>
                <m:r>
                  <m:rPr>
                    <m:lit/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_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min</m:t>
                </m:r>
                <m:r>
                  <m:rPr>
                    <m:nor/>
                  </m:rP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m:t> = 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𝟒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𝟏𝟏</m:t>
                </m:r>
                <m:r>
                  <a:rPr lang="fr-FR" sz="2100" b="1" i="0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 µ</m:t>
                </m:r>
                <m:r>
                  <a:rPr lang="fr-FR" sz="2100" b="1" i="1" kern="1200" noProof="0" smtClean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mbria Math" panose="02040503050406030204" pitchFamily="18" charset="0"/>
                  </a:rPr>
                  <m:t>𝑯</m:t>
                </m:r>
              </m:oMath>
            </m:oMathPara>
          </a14:m>
          <a:endParaRPr lang="fr-FR" sz="2100" kern="1200" dirty="0"/>
        </a:p>
      </dsp:txBody>
      <dsp:txXfrm>
        <a:off x="52774" y="2567088"/>
        <a:ext cx="5552472" cy="9755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13692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Vin</m:t>
                    </m:r>
                    <m:r>
                      <m:rPr>
                        <m:lit/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_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max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−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Vout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)</m:t>
                    </m:r>
                  </m:num>
                  <m:den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𝑽𝒊𝒏</m:t>
                    </m:r>
                    <m:r>
                      <m:rPr>
                        <m:lit/>
                      </m:rPr>
                      <a:rPr lang="fr-FR" sz="20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_</m:t>
                    </m:r>
                    <m:func>
                      <m:func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f</m:t>
                    </m:r>
                    <m: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𝒔𝒘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67094"/>
        <a:ext cx="5551216" cy="987146"/>
      </dsp:txXfrm>
    </dsp:sp>
    <dsp:sp modelId="{731A7533-F3B8-4D22-95BB-5F713401C387}">
      <dsp:nvSpPr>
        <dsp:cNvPr id="0" name=""/>
        <dsp:cNvSpPr/>
      </dsp:nvSpPr>
      <dsp:spPr>
        <a:xfrm>
          <a:off x="0" y="117370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5 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(24− 5)</m:t>
                    </m:r>
                  </m:num>
                  <m:den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24 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rPr>
                      <m:t> (4,7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(1,1 </m:t>
                    </m:r>
                    <m:sSup>
                      <m:sSupPr>
                        <m:ctrl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fr-FR" sz="2000" b="1" i="1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fr-FR" sz="2000" b="1" i="0" kern="1200" noProof="0" smtClean="0"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𝟔</m:t>
                        </m:r>
                      </m:sup>
                    </m:sSup>
                    <m:r>
                      <m:rPr>
                        <m:nor/>
                      </m:rPr>
                      <a:rPr lang="fr-FR" sz="20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)</m:t>
                    </m:r>
                  </m:den>
                </m:f>
              </m:oMath>
            </m:oMathPara>
          </a14:m>
          <a:endParaRPr lang="fr-FR" sz="2000" kern="1200" dirty="0"/>
        </a:p>
      </dsp:txBody>
      <dsp:txXfrm>
        <a:off x="53402" y="1227105"/>
        <a:ext cx="5551216" cy="987146"/>
      </dsp:txXfrm>
    </dsp:sp>
    <dsp:sp modelId="{75057F83-0F98-49D0-83E7-934CA3403E13}">
      <dsp:nvSpPr>
        <dsp:cNvPr id="0" name=""/>
        <dsp:cNvSpPr/>
      </dsp:nvSpPr>
      <dsp:spPr>
        <a:xfrm>
          <a:off x="0" y="2325253"/>
          <a:ext cx="5658020" cy="1093950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∆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iL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0,76 </m:t>
                </m:r>
                <m:r>
                  <m:rPr>
                    <m:nor/>
                  </m:rPr>
                  <a:rPr lang="fr-FR" sz="2000" b="1" i="1" kern="120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A</m:t>
                </m:r>
              </m:oMath>
            </m:oMathPara>
          </a14:m>
          <a:endParaRPr lang="fr-FR" sz="2000" kern="1200" dirty="0"/>
        </a:p>
      </dsp:txBody>
      <dsp:txXfrm>
        <a:off x="53402" y="2378655"/>
        <a:ext cx="5551216" cy="9871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365CA1-4C80-44EC-9EF6-649EAF12C503}">
      <dsp:nvSpPr>
        <dsp:cNvPr id="0" name=""/>
        <dsp:cNvSpPr/>
      </dsp:nvSpPr>
      <dsp:spPr>
        <a:xfrm>
          <a:off x="0" y="2089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𝑽𝒐𝒖𝒕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num>
                  <m:den>
                    <m: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𝑽𝒓𝒆𝒇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RFBB</m:t>
                </m:r>
              </m:oMath>
            </m:oMathPara>
          </a14:m>
          <a:endParaRPr lang="fr-FR" sz="2300" kern="1200" dirty="0"/>
        </a:p>
      </dsp:txBody>
      <dsp:txXfrm>
        <a:off x="59114" y="80013"/>
        <a:ext cx="5539792" cy="1092721"/>
      </dsp:txXfrm>
    </dsp:sp>
    <dsp:sp modelId="{731A7533-F3B8-4D22-95BB-5F713401C387}">
      <dsp:nvSpPr>
        <dsp:cNvPr id="0" name=""/>
        <dsp:cNvSpPr/>
      </dsp:nvSpPr>
      <dsp:spPr>
        <a:xfrm>
          <a:off x="0" y="130781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2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2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f>
                  <m:f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−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num>
                  <m:den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𝟖</m:t>
                    </m:r>
                  </m:den>
                </m:f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×</m:t>
                </m:r>
                <m:r>
                  <m:rPr>
                    <m:nor/>
                  </m:rP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(10,2</m:t>
                </m:r>
                <m:sSup>
                  <m:sSupPr>
                    <m:ctrl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fr-FR" sz="2300" b="1" i="1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x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𝟏𝟎</m:t>
                    </m:r>
                  </m:e>
                  <m:sup>
                    <m:r>
                      <a:rPr lang="fr-FR" sz="2300" b="1" i="0" kern="1200" noProof="0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𝟑</m:t>
                    </m:r>
                  </m:sup>
                </m:sSup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fr-FR" sz="2300" kern="1200" dirty="0"/>
        </a:p>
      </dsp:txBody>
      <dsp:txXfrm>
        <a:off x="59114" y="1366933"/>
        <a:ext cx="5539792" cy="1092721"/>
      </dsp:txXfrm>
    </dsp:sp>
    <dsp:sp modelId="{75057F83-0F98-49D0-83E7-934CA3403E13}">
      <dsp:nvSpPr>
        <dsp:cNvPr id="0" name=""/>
        <dsp:cNvSpPr/>
      </dsp:nvSpPr>
      <dsp:spPr>
        <a:xfrm>
          <a:off x="0" y="2585009"/>
          <a:ext cx="5658020" cy="1210949"/>
        </a:xfrm>
        <a:prstGeom prst="roundRect">
          <a:avLst/>
        </a:prstGeom>
        <a:gradFill rotWithShape="0">
          <a:gsLst>
            <a:gs pos="0">
              <a:schemeClr val="accent5">
                <a:alpha val="90000"/>
                <a:hueOff val="0"/>
                <a:satOff val="0"/>
                <a:lumOff val="0"/>
                <a:alphaOff val="-40000"/>
                <a:tint val="98000"/>
                <a:lumMod val="114000"/>
              </a:schemeClr>
            </a:gs>
            <a:gs pos="100000">
              <a:schemeClr val="accent5">
                <a:alpha val="90000"/>
                <a:hueOff val="0"/>
                <a:satOff val="0"/>
                <a:lumOff val="0"/>
                <a:alphaOff val="-4000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RFBT</m:t>
                </m:r>
                <m:r>
                  <m:rPr>
                    <m:nor/>
                  </m:rPr>
                  <a:rPr lang="fr-FR" sz="2300" b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m:t> = 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𝟓𝟑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,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𝟓𝟓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 </m:t>
                </m:r>
                <m:r>
                  <a:rPr lang="fr-FR" sz="2300" b="1" i="1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𝒌</m:t>
                </m:r>
                <m:r>
                  <a:rPr lang="fr-FR" sz="2300" b="1" i="0" kern="1200" noProof="0" smtClean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mbria Math" panose="02040503050406030204" pitchFamily="18" charset="0"/>
                  </a:rPr>
                  <m:t>Ω</m:t>
                </m:r>
              </m:oMath>
            </m:oMathPara>
          </a14:m>
          <a:endParaRPr lang="fr-FR" sz="2300" kern="1200" dirty="0"/>
        </a:p>
      </dsp:txBody>
      <dsp:txXfrm>
        <a:off x="59114" y="2644123"/>
        <a:ext cx="5539792" cy="1092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2A8107B-4488-4DD6-927B-482FF07DD677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4572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27/05/2026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/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/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B7191E-9DC0-4AD9-8E95-04B0CCF9A707}" type="slidenum">
              <a:t>‹N°›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5042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289AC13C-7C1E-4628-94D4-2392BEB0BDBF}" type="datetime1">
              <a:rPr lang="fr-FR"/>
              <a:pPr lvl="0"/>
              <a:t>27/05/2026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 dirty="0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0ADD1D8-0759-4F08-9BA8-528CA949676F}" type="slidenum"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349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92C8D-0994-359C-25FA-132EF1BD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FFFE4076-B6C6-4F02-0C87-92D8B6570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D2F7599-3E14-7837-C45D-36DA2C5CDF8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9D9AAC-62C1-5922-6CF4-6F4DFBE15E4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3557741-80A3-48D8-B8C9-0C319E3976F9}" type="slidenum">
              <a:t>1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7126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378F-6511-C70B-CC21-4967DE50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924365E-0449-24D9-35F6-53077141C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AA8953-837C-0D0C-0C87-DA787DD04D7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70E431-14B1-4392-AC39-49FC6277570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4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628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6859-9AB4-ED71-3125-4F8D2AC7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0F13386-7434-E082-FCC7-B4F03C0C3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6F1EB2-C173-A86D-9EA1-2C431D6E7F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409A81-7C78-B5A8-FCF6-112A4C1AF39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280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9A37-2DBA-68DD-478C-B13D62D8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39D339E-9A56-DDDD-D66A-7BB2E9BBF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15723E3-F6CD-4DEC-31AF-D5230E78B0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DA4DD3-B1B5-8285-D52D-5D678063D05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04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2B81240-1AE2-4AF8-A8C8-9D8EAC70F7AD}" type="slidenum">
              <a:t>7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AD30-28CF-8C63-D980-C7D8BB931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FBD5E7A-5F11-24C9-5648-CB422E75F3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1EC6685-4A86-38B4-8C9D-CFDACA3866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A5E60C-F207-15AB-5A38-433ACD7D0B32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C785752-E9E7-408D-A1FE-EECEF33DB017}" type="slidenum">
              <a:t>8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5595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9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DEA72A-00E7-44BB-A749-B714FBCC2920}" type="slidenum">
              <a:t>13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3052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BCF866D-1A98-4A62-A32F-58E55239BAE1}" type="slidenum">
              <a:t>15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69C908-43BC-45B4-AEFF-9E1D8D41E784}" type="slidenum">
              <a:t>16</a:t>
            </a:fld>
            <a:endParaRPr lang="fr-FR" sz="12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9C916-8A31-0A21-A0F4-8F101B4E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22D5B38-E77F-4C2C-02ED-1B5989A7C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36D835-F3BD-D79C-A87D-B628110BF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2D27C3-494D-F9FF-394B-B120D1D97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1934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9037-97DE-8E2D-AC7D-3FF733CB1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F12DC2-7F79-8A0B-6E75-B3A87E0B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F7293F-AFCF-9DBC-4467-5E616CFC2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4D034F-AB3D-52A4-05D9-09A375C99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8208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4342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78EA-1B37-0EBB-A358-EBA4508E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CE39963-8E83-9AC3-7EB1-85ABBCD3D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17DE3F-7ABC-4B15-CCCA-FE3936B2E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5C96248-A793-EF2E-88CD-167BCD2DC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A0ADD1D8-0759-4F08-9BA8-528CA949676F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659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874FAA60-2658-49CA-9C52-1EA150B3D70F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53C5976-AD59-415C-9FE8-864E4C84D40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298884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F20108-D5EC-4FBE-B892-99EFD991CDF0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18409E3-64EC-44FB-B16E-C2550B152E5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29029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08AD626-E07B-44F4-A663-DDE4CB9B62B1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070DB1-DC6C-40FD-BD1D-87655EED9454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6572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D2952C2-BC57-4256-B533-BE7C2AFE4E3F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5569981-F49F-4ABD-B69D-D1FC9F1A61D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55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D384255-2AF4-4010-9A62-87A463EE50BA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095E9F0-28A2-4F00-A9A1-B33F659E5A5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2239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97B504-DE31-410F-A25B-B5496B8DA589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06C6DE6-87C7-48DB-8A6F-E55DC5239F8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93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30C9556-AD45-419B-8EC7-E4DAD16BD1D5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D48C9B8-17D9-4B97-ADFE-18AE23F3450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8368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7F2D2B14-D6B1-4AEA-BE55-E065FA8ABBD8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62B38-0B85-4BF6-A063-5D88A3CA117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18689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55EE2FD-5956-4834-9911-34CD6893455E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CB43935-31D2-4653-956A-7822BB07554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95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390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4811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966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14101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1483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6596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2A54D60-C1D0-44DD-BFE2-2A9DE7C131BE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9C1EC1-E5D9-49E8-8FB1-58D3149B5FF6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3715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F818EC74-529B-4828-B629-E342C3C48937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1AE59BF-FA08-4766-B2AC-04EE1377437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708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fld id="{056B9097-FAAE-48EF-AB2A-ED3F68BCEBD4}" type="datetime1">
              <a:rPr lang="fr-FR" smtClean="0"/>
              <a:pPr lvl="0"/>
              <a:t>27/05/2026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lvl="0"/>
            <a:r>
              <a:rPr lang="fr-FR" dirty="0"/>
              <a:t>Ajoutez un pied de page ici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0FDB441D-1FA1-4084-9824-DF94E99077CD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3565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6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slide" Target="slide10.xml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0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8.png"/><Relationship Id="rId5" Type="http://schemas.openxmlformats.org/officeDocument/2006/relationships/diagramQuickStyle" Target="../diagrams/quickStyle3.xml"/><Relationship Id="rId15" Type="http://schemas.openxmlformats.org/officeDocument/2006/relationships/slide" Target="slide12.xml"/><Relationship Id="rId10" Type="http://schemas.openxmlformats.org/officeDocument/2006/relationships/image" Target="../media/image150.png"/><Relationship Id="rId4" Type="http://schemas.openxmlformats.org/officeDocument/2006/relationships/diagramLayout" Target="../diagrams/layout3.xml"/><Relationship Id="rId9" Type="http://schemas.openxmlformats.org/officeDocument/2006/relationships/slide" Target="slide11.xml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23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23.png"/><Relationship Id="rId4" Type="http://schemas.openxmlformats.org/officeDocument/2006/relationships/diagramLayout" Target="../diagrams/layout4.xml"/><Relationship Id="rId9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0.xml"/><Relationship Id="rId13" Type="http://schemas.openxmlformats.org/officeDocument/2006/relationships/diagramLayout" Target="../diagrams/layout6.xml"/><Relationship Id="rId18" Type="http://schemas.openxmlformats.org/officeDocument/2006/relationships/diagramLayout" Target="../diagrams/layout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diagramData" Target="../diagrams/data6.xml"/><Relationship Id="rId17" Type="http://schemas.openxmlformats.org/officeDocument/2006/relationships/diagramData" Target="../diagrams/data7.xml"/><Relationship Id="rId2" Type="http://schemas.openxmlformats.org/officeDocument/2006/relationships/notesSlide" Target="../notesSlides/notesSlide10.xml"/><Relationship Id="rId16" Type="http://schemas.microsoft.com/office/2007/relationships/diagramDrawing" Target="../diagrams/drawing6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5" Type="http://schemas.openxmlformats.org/officeDocument/2006/relationships/diagramColors" Target="../diagrams/colors6.xml"/><Relationship Id="rId10" Type="http://schemas.openxmlformats.org/officeDocument/2006/relationships/diagramQuickStyle" Target="../diagrams/quickStyle5.xml"/><Relationship Id="rId19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5.xml"/><Relationship Id="rId1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Data" Target="../diagrams/data8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7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hyperlink" Target="../kicad/Projet%20Velux_Kicad/Projet%20Velux.kicad_pro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hyperlink" Target="../code/Programme_Projet_Velux_V5/Programme_Projet_Velux_V5.ino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3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slide" Target="slide25.xml"/><Relationship Id="rId5" Type="http://schemas.openxmlformats.org/officeDocument/2006/relationships/image" Target="../media/image3.png"/><Relationship Id="rId10" Type="http://schemas.openxmlformats.org/officeDocument/2006/relationships/image" Target="../media/image33.png"/><Relationship Id="rId4" Type="http://schemas.openxmlformats.org/officeDocument/2006/relationships/image" Target="../media/image2.png"/><Relationship Id="rId9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Prco&#233;dure%20de%20test%20Wireshark.pdf" TargetMode="External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hyperlink" Target="Plan%20de%20test%20PCB%20Velux%20V3.xlsx" TargetMode="Externa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44E6E-5911-3E12-2476-FE1D3C9B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308969E-32FD-42B6-3FC9-3D28F3EE6B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10623" y="2040941"/>
            <a:ext cx="3333676" cy="1955206"/>
          </a:xfr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fr-FR" sz="6600" noProof="0" dirty="0"/>
              <a:t>PROJET VELUX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3E8A0C-F7D8-7CFB-2481-5F94BD8F9A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210623" y="4740729"/>
            <a:ext cx="3333676" cy="14695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z="1800" noProof="0" dirty="0"/>
              <a:t>MALINGE Louison                                                                                   </a:t>
            </a:r>
            <a:r>
              <a:rPr lang="fr-FR" sz="1800" dirty="0"/>
              <a:t>27</a:t>
            </a:r>
            <a:r>
              <a:rPr lang="fr-FR" sz="1800" noProof="0" dirty="0"/>
              <a:t>/05/2026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475977" y="-475977"/>
            <a:ext cx="6858000" cy="7809953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5" descr="La Jubaudière (49) - Itanci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5007" y="647699"/>
            <a:ext cx="5088355" cy="2658666"/>
          </a:xfrm>
          <a:prstGeom prst="rect">
            <a:avLst/>
          </a:prstGeom>
          <a:noFill/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6" name="Image 5" descr="ACCUEIL - Saint Aubin La Sal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433" y="3501360"/>
            <a:ext cx="5875504" cy="2658666"/>
          </a:xfrm>
          <a:prstGeom prst="rect">
            <a:avLst/>
          </a:prstGeom>
          <a:noFill/>
          <a:effectLst/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F8253DA-FB39-74C1-DB49-2B303C1AA93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1520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126716-E5D6-9A31-666F-60A6A03B7C86}"/>
              </a:ext>
            </a:extLst>
          </p:cNvPr>
          <p:cNvSpPr txBox="1">
            <a:spLocks/>
          </p:cNvSpPr>
          <p:nvPr/>
        </p:nvSpPr>
        <p:spPr>
          <a:xfrm>
            <a:off x="1290487" y="136180"/>
            <a:ext cx="9404723" cy="1400530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fr-FR" sz="72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SOMMAIRE</a:t>
            </a: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38382C99-0E0F-5A3E-1B80-0D3F05AF2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5984153"/>
              </p:ext>
            </p:extLst>
          </p:nvPr>
        </p:nvGraphicFramePr>
        <p:xfrm>
          <a:off x="943096" y="1493752"/>
          <a:ext cx="10099506" cy="48210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D0CE30F-900B-FB82-6833-46BAA9EF931E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1398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re 1"/>
          <p:cNvSpPr txBox="1">
            <a:spLocks noGrp="1"/>
          </p:cNvSpPr>
          <p:nvPr>
            <p:ph type="title"/>
          </p:nvPr>
        </p:nvSpPr>
        <p:spPr>
          <a:xfrm>
            <a:off x="238778" y="218719"/>
            <a:ext cx="5029974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 sz="6000" b="0" i="0" kern="1200" noProof="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Présentation du projet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 dirty="0"/>
          </a:p>
        </p:txBody>
      </p:sp>
      <p:pic>
        <p:nvPicPr>
          <p:cNvPr id="6" name="Image 3"/>
          <p:cNvPicPr>
            <a:picLocks noChangeAspect="1"/>
          </p:cNvPicPr>
          <p:nvPr/>
        </p:nvPicPr>
        <p:blipFill>
          <a:blip r:embed="rId7"/>
          <a:srcRect l="10976" r="19945" b="-1"/>
          <a:stretch>
            <a:fillRect/>
          </a:stretch>
        </p:blipFill>
        <p:spPr>
          <a:xfrm>
            <a:off x="5583736" y="1203700"/>
            <a:ext cx="6507262" cy="52988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4" name="Text Placeholder 2"/>
          <p:cNvSpPr txBox="1">
            <a:spLocks noGrp="1"/>
          </p:cNvSpPr>
          <p:nvPr>
            <p:ph type="body" sz="half" idx="2"/>
          </p:nvPr>
        </p:nvSpPr>
        <p:spPr>
          <a:xfrm>
            <a:off x="533145" y="2340829"/>
            <a:ext cx="4166509" cy="2365454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Origine du projet 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dirty="0">
                <a:solidFill>
                  <a:srgbClr val="EBEBEB"/>
                </a:solidFill>
              </a:rPr>
              <a:t>Objectif du projet </a:t>
            </a:r>
          </a:p>
          <a:p>
            <a:pPr marL="285750" lvl="0" indent="-285750">
              <a:buFont typeface="Wingdings 3" charset="2"/>
              <a:buChar char=""/>
            </a:pPr>
            <a:r>
              <a:rPr lang="en-US" sz="2800" noProof="0" dirty="0">
                <a:solidFill>
                  <a:srgbClr val="EBEBEB"/>
                </a:solidFill>
              </a:rPr>
              <a:t>Processus du projet 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D68631-1615-5478-0AA7-0355D595264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ED1D7E-C6B1-8637-7553-2EE885C847E9}"/>
                  </a:ext>
                </a:extLst>
              </p:cNvPr>
              <p:cNvSpPr txBox="1"/>
              <p:nvPr/>
            </p:nvSpPr>
            <p:spPr>
              <a:xfrm>
                <a:off x="1109346" y="4401745"/>
                <a:ext cx="2562727" cy="6090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𝑭𝑭</m:t>
                      </m:r>
                      <m:r>
                        <a:rPr lang="fr-FR" b="1" i="1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𝑷𝒎𝒑𝒑</m:t>
                          </m:r>
                        </m:num>
                        <m:den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𝑽𝒐𝒄</m:t>
                          </m:r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b="1" i="1" smtClean="0">
                              <a:solidFill>
                                <a:schemeClr val="bg1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𝑰𝒔𝒄</m:t>
                          </m:r>
                        </m:den>
                      </m:f>
                    </m:oMath>
                  </m:oMathPara>
                </a14:m>
                <a:endParaRPr lang="fr-FR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EED1D7E-C6B1-8637-7553-2EE885C84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346" y="4401745"/>
                <a:ext cx="2562727" cy="6090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60A1B953-8D7F-201D-24CF-2C0BC2B9076B}"/>
              </a:ext>
            </a:extLst>
          </p:cNvPr>
          <p:cNvSpPr txBox="1"/>
          <p:nvPr/>
        </p:nvSpPr>
        <p:spPr>
          <a:xfrm>
            <a:off x="499401" y="5276671"/>
            <a:ext cx="445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FF = Fill Factor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Pmpp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Puissance maximum en mW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Tension à vide en V</a:t>
            </a:r>
          </a:p>
          <a:p>
            <a:r>
              <a:rPr lang="fr-F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Isc</a:t>
            </a:r>
            <a:r>
              <a:rPr lang="fr-F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Intensité de court-circuit en 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44118-35C0-91C7-39FA-B69259321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94DDC893-E5EF-4CDE-B040-BA5B53AAD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F1A06D-D369-4974-8208-56120C5E7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DAD27A50-88D7-4E2A-8488-F2879768A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47C6ACD-2325-48C6-B9F3-C21563A05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081DF83-4F35-4560-87E6-0DE8AAAC3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7C704F0F-1CD8-4DC1-AEE9-225958232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061D6E92-389A-5A9C-D8E4-C357E8FC89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240594" y="3086100"/>
            <a:ext cx="1766035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noProof="0" dirty="0"/>
              <a:t>Gantt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6A7C21-5209-D946-A2E4-86E36072A44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10" y="103054"/>
            <a:ext cx="9436276" cy="320498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B23D860-D60A-DAF1-C432-E6D1570AA26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74" y="3381189"/>
            <a:ext cx="9499042" cy="339198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D333C1C-B82A-4A83-8ADD-0DCB463559B9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2183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7636F-0B0E-0A97-976D-B3C3B4F9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408373B7-D054-D91B-10CC-1723D3B5C87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F8608D-63E9-4204-B095-B4A69ADE96F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85" y="73127"/>
            <a:ext cx="9911228" cy="321519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77E09C-E763-4253-B227-E92CC614058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3" y="3358661"/>
            <a:ext cx="9911228" cy="335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05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00FF7-A19C-C851-8C67-47AB57E4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3D4F7048-C123-EFEC-7C79-0989B7A18200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A490029-1E70-0123-3C29-DDDC24C49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37" y="333663"/>
            <a:ext cx="10196203" cy="253945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C92F270-7F9D-0F83-FD98-D53F02D1D8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44" y="3182529"/>
            <a:ext cx="8797291" cy="3341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8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6111" y="288951"/>
            <a:ext cx="9404723" cy="1400530"/>
          </a:xfrm>
        </p:spPr>
        <p:txBody>
          <a:bodyPr/>
          <a:lstStyle/>
          <a:p>
            <a:pPr lvl="0"/>
            <a:r>
              <a:rPr lang="fr-FR" noProof="0" dirty="0">
                <a:ea typeface="Tahoma" pitchFamily="34"/>
                <a:cs typeface="Tahoma" pitchFamily="34"/>
              </a:rPr>
              <a:t>Diagramme Cas d’utilisation</a:t>
            </a:r>
          </a:p>
        </p:txBody>
      </p:sp>
      <p:pic>
        <p:nvPicPr>
          <p:cNvPr id="3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18370" y="1214312"/>
            <a:ext cx="10355260" cy="5354737"/>
          </a:xfr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7632681-C136-BD78-B161-0B70E950220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AF0E3-BB7F-01A3-66DB-255BD78DA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416468DB-F8C6-A00D-8384-5B739F17E36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412F9B-969F-C11B-BDFF-304B33EFB0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777" y="218719"/>
            <a:ext cx="9175933" cy="20645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sz="4400" b="1" dirty="0"/>
              <a:t>Contraintes diverses exprimées par le demandeur</a:t>
            </a:r>
          </a:p>
        </p:txBody>
      </p:sp>
      <p:graphicFrame>
        <p:nvGraphicFramePr>
          <p:cNvPr id="14" name="Diagramme 13">
            <a:extLst>
              <a:ext uri="{FF2B5EF4-FFF2-40B4-BE49-F238E27FC236}">
                <a16:creationId xmlns:a16="http://schemas.microsoft.com/office/drawing/2014/main" id="{9D29ABE5-B552-FC49-FA7A-DEA8CCDA6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175016"/>
              </p:ext>
            </p:extLst>
          </p:nvPr>
        </p:nvGraphicFramePr>
        <p:xfrm>
          <a:off x="1899135" y="1826602"/>
          <a:ext cx="8627471" cy="47065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83655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098987" y="606316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pPr lvl="0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des composants</a:t>
            </a:r>
          </a:p>
        </p:txBody>
      </p:sp>
      <p:sp>
        <p:nvSpPr>
          <p:cNvPr id="3" name="Espace réservé du texte 3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/>
          <a:lstStyle/>
          <a:p>
            <a:pPr lvl="0"/>
            <a:endParaRPr lang="fr-FR" sz="1600" noProof="0" dirty="0"/>
          </a:p>
          <a:p>
            <a:pPr lvl="0"/>
            <a:endParaRPr lang="fr-FR" sz="1600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7AEF65-6DC8-6A06-8463-4AB4A79BABF8}"/>
              </a:ext>
            </a:extLst>
          </p:cNvPr>
          <p:cNvSpPr/>
          <p:nvPr/>
        </p:nvSpPr>
        <p:spPr>
          <a:xfrm>
            <a:off x="561469" y="1082972"/>
            <a:ext cx="4704623" cy="53868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D93F41B7-38CE-E849-D3CF-319AE1CE5A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476290"/>
              </p:ext>
            </p:extLst>
          </p:nvPr>
        </p:nvGraphicFramePr>
        <p:xfrm>
          <a:off x="644195" y="1178351"/>
          <a:ext cx="4539169" cy="5196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8" name="Zoom de diapositive 27">
                <a:extLst>
                  <a:ext uri="{FF2B5EF4-FFF2-40B4-BE49-F238E27FC236}">
                    <a16:creationId xmlns:a16="http://schemas.microsoft.com/office/drawing/2014/main" id="{80A88D17-7B64-FF96-A487-D740172C930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6491590"/>
                  </p:ext>
                </p:extLst>
              </p:nvPr>
            </p:nvGraphicFramePr>
            <p:xfrm>
              <a:off x="7237883" y="1082972"/>
              <a:ext cx="5582896" cy="3140379"/>
            </p:xfrm>
            <a:graphic>
              <a:graphicData uri="http://schemas.microsoft.com/office/powerpoint/2016/slidezoom">
                <pslz:sldZm>
                  <pslz:sldZmObj sldId="295" cId="2923034108">
                    <pslz:zmPr id="{D0843750-8AD0-4268-BAC7-0CAB8C54EFF1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582896" cy="314037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8" name="Zoom de diapositive 2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0A88D17-7B64-FF96-A487-D740172C930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237883" y="1082972"/>
                <a:ext cx="5582896" cy="3140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5" name="Zoom de diapositive 24">
                <a:extLst>
                  <a:ext uri="{FF2B5EF4-FFF2-40B4-BE49-F238E27FC236}">
                    <a16:creationId xmlns:a16="http://schemas.microsoft.com/office/drawing/2014/main" id="{5CF3AD2F-357F-171D-0392-F7DCCBE3E2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0348406"/>
                  </p:ext>
                </p:extLst>
              </p:nvPr>
            </p:nvGraphicFramePr>
            <p:xfrm>
              <a:off x="7950200" y="4297815"/>
              <a:ext cx="3048000" cy="1714500"/>
            </p:xfrm>
            <a:graphic>
              <a:graphicData uri="http://schemas.microsoft.com/office/powerpoint/2016/slidezoom">
                <pslz:sldZm>
                  <pslz:sldZmObj sldId="294" cId="2947660052">
                    <pslz:zmPr id="{6D0EDBDD-1677-4937-B7B9-CDBDA85BCBB7}" transitionDur="1000" showBg="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5" name="Zoom de diapositive 2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5CF3AD2F-357F-171D-0392-F7DCCBE3E2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50200" y="4297815"/>
                <a:ext cx="3048000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1" name="Zoom de diapositive 30">
                <a:extLst>
                  <a:ext uri="{FF2B5EF4-FFF2-40B4-BE49-F238E27FC236}">
                    <a16:creationId xmlns:a16="http://schemas.microsoft.com/office/drawing/2014/main" id="{1FF7A646-9B12-367F-7A91-23C423B0E6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12850257"/>
                  </p:ext>
                </p:extLst>
              </p:nvPr>
            </p:nvGraphicFramePr>
            <p:xfrm>
              <a:off x="8266454" y="1326692"/>
              <a:ext cx="5640153" cy="3172586"/>
            </p:xfrm>
            <a:graphic>
              <a:graphicData uri="http://schemas.microsoft.com/office/powerpoint/2016/slidezoom">
                <pslz:sldZm>
                  <pslz:sldZmObj sldId="296" cId="1128557877">
                    <pslz:zmPr id="{3F7223DB-0C36-4492-BE26-0EBFB0E162A5}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640153" cy="317258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1" name="Zoom de diapositive 30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1FF7A646-9B12-367F-7A91-23C423B0E6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66454" y="1326692"/>
                <a:ext cx="5640153" cy="3172586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Image 14">
            <a:extLst>
              <a:ext uri="{FF2B5EF4-FFF2-40B4-BE49-F238E27FC236}">
                <a16:creationId xmlns:a16="http://schemas.microsoft.com/office/drawing/2014/main" id="{AD893686-D00A-56D2-1E3C-ABBBD31FA0F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0069" y="1781735"/>
            <a:ext cx="6662688" cy="38891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0F4B3AF7-2084-42F1-2259-E75DBBA0B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39" t="73602" r="28729" b="-1"/>
          <a:stretch>
            <a:fillRect/>
          </a:stretch>
        </p:blipFill>
        <p:spPr>
          <a:xfrm>
            <a:off x="4272881" y="1822122"/>
            <a:ext cx="3646237" cy="292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6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4A382-A654-1326-F050-B06D2FC9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76EA72-F142-B097-D48A-8B96C822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443A9F-1F3B-AD73-1037-215F14CC1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CC6223B-FCD9-FCA8-6D5B-33889CE6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08" b="55916"/>
          <a:stretch>
            <a:fillRect/>
          </a:stretch>
        </p:blipFill>
        <p:spPr>
          <a:xfrm>
            <a:off x="1821476" y="1638301"/>
            <a:ext cx="8427423" cy="347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34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65EE5C-F118-68CA-5F12-8782F90E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C2C074-985E-51A4-3765-9E86E75A1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DBEC60-68EA-DA57-979D-A1C1B4C1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8CB716FF-DFAF-50FF-E06D-D94682533A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34" b="35305"/>
          <a:stretch>
            <a:fillRect/>
          </a:stretch>
        </p:blipFill>
        <p:spPr>
          <a:xfrm>
            <a:off x="3708399" y="1011966"/>
            <a:ext cx="4305301" cy="500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57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7EA027A-5778-2AA2-97FE-86E7B7955A8C}"/>
              </a:ext>
            </a:extLst>
          </p:cNvPr>
          <p:cNvSpPr/>
          <p:nvPr/>
        </p:nvSpPr>
        <p:spPr>
          <a:xfrm>
            <a:off x="273481" y="1406822"/>
            <a:ext cx="4776663" cy="45325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73A00460-1CB5-7A57-903A-479F1D9CD4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3946517"/>
              </p:ext>
            </p:extLst>
          </p:nvPr>
        </p:nvGraphicFramePr>
        <p:xfrm>
          <a:off x="360817" y="1566306"/>
          <a:ext cx="4601992" cy="4239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itre 1">
            <a:extLst>
              <a:ext uri="{FF2B5EF4-FFF2-40B4-BE49-F238E27FC236}">
                <a16:creationId xmlns:a16="http://schemas.microsoft.com/office/drawing/2014/main" id="{2F745DC7-6F7A-DA85-C2A9-CD5263968651}"/>
              </a:ext>
            </a:extLst>
          </p:cNvPr>
          <p:cNvSpPr txBox="1">
            <a:spLocks/>
          </p:cNvSpPr>
          <p:nvPr/>
        </p:nvSpPr>
        <p:spPr>
          <a:xfrm>
            <a:off x="831850" y="887138"/>
            <a:ext cx="3669394" cy="51968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0" i="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7A1E31-FCCE-1CF0-DDE7-CCF9280182AC}"/>
              </a:ext>
            </a:extLst>
          </p:cNvPr>
          <p:cNvSpPr txBox="1"/>
          <p:nvPr/>
        </p:nvSpPr>
        <p:spPr>
          <a:xfrm>
            <a:off x="10459028" y="155499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Zoom de diapositive 16">
                <a:extLst>
                  <a:ext uri="{FF2B5EF4-FFF2-40B4-BE49-F238E27FC236}">
                    <a16:creationId xmlns:a16="http://schemas.microsoft.com/office/drawing/2014/main" id="{BF1BB057-17C5-8ED5-0E2B-4E885C43C8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38223920"/>
                  </p:ext>
                </p:extLst>
              </p:nvPr>
            </p:nvGraphicFramePr>
            <p:xfrm>
              <a:off x="4367177" y="1227223"/>
              <a:ext cx="3457645" cy="1944925"/>
            </p:xfrm>
            <a:graphic>
              <a:graphicData uri="http://schemas.microsoft.com/office/powerpoint/2016/slidezoom">
                <pslz:sldZm>
                  <pslz:sldZmObj sldId="297" cId="1580575234">
                    <pslz:zmPr id="{0407532A-FC53-454F-8602-D2733327C472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457645" cy="194492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Zoom de diapositive 16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F1BB057-17C5-8ED5-0E2B-4E885C43C8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7177" y="1227223"/>
                <a:ext cx="3457645" cy="1944925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Image 13">
            <a:extLst>
              <a:ext uri="{FF2B5EF4-FFF2-40B4-BE49-F238E27FC236}">
                <a16:creationId xmlns:a16="http://schemas.microsoft.com/office/drawing/2014/main" id="{B94A6D11-FF41-F124-30F6-963FBAF66D7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0940" y="1741616"/>
            <a:ext cx="6662688" cy="3889161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70A184C6-B172-60F3-2494-0B16AD911A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0069" y="1781735"/>
            <a:ext cx="6662688" cy="388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73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CC3EB8-B0ED-7A34-1C35-136834167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A65E15-1E31-3D34-5FBF-921DB162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04086E1-960A-064D-EBDE-4D063C604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AFF7C53C-798B-BCAC-67AE-4EDD93D63D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839" b="81208"/>
          <a:stretch>
            <a:fillRect/>
          </a:stretch>
        </p:blipFill>
        <p:spPr>
          <a:xfrm>
            <a:off x="3685909" y="2171700"/>
            <a:ext cx="4820182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7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29ABDAB-20CF-B8F6-8A61-D2DFDBCBE48F}"/>
              </a:ext>
            </a:extLst>
          </p:cNvPr>
          <p:cNvSpPr/>
          <p:nvPr/>
        </p:nvSpPr>
        <p:spPr>
          <a:xfrm>
            <a:off x="-203886" y="406413"/>
            <a:ext cx="9384405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139185" y="562087"/>
            <a:ext cx="8893133" cy="601227"/>
          </a:xfrm>
        </p:spPr>
        <p:txBody>
          <a:bodyPr/>
          <a:lstStyle/>
          <a:p>
            <a:pPr lvl="0" algn="ctr"/>
            <a:r>
              <a:rPr lang="fr-FR" sz="44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 Valeur Bobine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15" name="Diagramme 14">
                <a:extLst>
                  <a:ext uri="{FF2B5EF4-FFF2-40B4-BE49-F238E27FC236}">
                    <a16:creationId xmlns:a16="http://schemas.microsoft.com/office/drawing/2014/main" id="{C6D31458-F211-D583-BABC-0EE6753E884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196414092"/>
                  </p:ext>
                </p:extLst>
              </p:nvPr>
            </p:nvGraphicFramePr>
            <p:xfrm>
              <a:off x="425622" y="198726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Choice>
        <mc:Fallback xmlns="">
          <p:graphicFrame>
            <p:nvGraphicFramePr>
              <p:cNvPr id="25" name="Diagramme 24">
                <a:extLst>
                  <a:ext uri="{FF2B5EF4-FFF2-40B4-BE49-F238E27FC236}">
                    <a16:creationId xmlns:a16="http://schemas.microsoft.com/office/drawing/2014/main" id="{80C7C5AE-A7A0-470E-5566-88428A26D20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44403276"/>
                  </p:ext>
                </p:extLst>
              </p:nvPr>
            </p:nvGraphicFramePr>
            <p:xfrm>
              <a:off x="6343137" y="2193324"/>
              <a:ext cx="5658020" cy="344135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7" r:lo="rId18" r:qs="rId19" r:cs="rId20"/>
              </a:graphicData>
            </a:graphic>
          </p:graphicFrame>
        </mc:Fallback>
      </mc:AlternateContent>
      <p:sp>
        <p:nvSpPr>
          <p:cNvPr id="4" name="ZoneTexte 3">
            <a:extLst>
              <a:ext uri="{FF2B5EF4-FFF2-40B4-BE49-F238E27FC236}">
                <a16:creationId xmlns:a16="http://schemas.microsoft.com/office/drawing/2014/main" id="{3911137C-99E6-6520-0B74-11105DF29191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D224291-AE50-14B8-1172-28D9AFD6F3D7}"/>
              </a:ext>
            </a:extLst>
          </p:cNvPr>
          <p:cNvSpPr/>
          <p:nvPr/>
        </p:nvSpPr>
        <p:spPr>
          <a:xfrm>
            <a:off x="-197708" y="406413"/>
            <a:ext cx="9378227" cy="855265"/>
          </a:xfrm>
          <a:prstGeom prst="round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re 1"/>
          <p:cNvSpPr txBox="1">
            <a:spLocks noGrp="1"/>
          </p:cNvSpPr>
          <p:nvPr>
            <p:ph type="title"/>
          </p:nvPr>
        </p:nvSpPr>
        <p:spPr>
          <a:xfrm>
            <a:off x="645210" y="561351"/>
            <a:ext cx="7791718" cy="601227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Calcule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Valeur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9" name="Diagramme 8">
                <a:extLst>
                  <a:ext uri="{FF2B5EF4-FFF2-40B4-BE49-F238E27FC236}">
                    <a16:creationId xmlns:a16="http://schemas.microsoft.com/office/drawing/2014/main" id="{FB1507C8-E7C4-0120-37F1-127ADE7451E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4016318136"/>
                  </p:ext>
                </p:extLst>
              </p:nvPr>
            </p:nvGraphicFramePr>
            <p:xfrm>
              <a:off x="3266990" y="1966492"/>
              <a:ext cx="5658020" cy="382658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sp>
        <p:nvSpPr>
          <p:cNvPr id="3" name="ZoneTexte 2">
            <a:extLst>
              <a:ext uri="{FF2B5EF4-FFF2-40B4-BE49-F238E27FC236}">
                <a16:creationId xmlns:a16="http://schemas.microsoft.com/office/drawing/2014/main" id="{E2A645AB-2DE0-0DFE-4228-508286B15858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514754" y="124886"/>
            <a:ext cx="5162492" cy="149077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Diagramme de Définition de Bloc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8D3114B-40A5-4280-CEA3-3A22B2002346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28E666-FC35-0C85-BB03-6B0445C76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50" y="1770407"/>
            <a:ext cx="11741100" cy="44809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737518" y="605133"/>
            <a:ext cx="4716962" cy="668188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</a:t>
            </a:r>
            <a:r>
              <a:rPr lang="fr-FR" noProof="0" dirty="0"/>
              <a:t>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F630DE-33FD-76F9-0E7E-D2E451C80572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14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E4DAE99-B8D1-4C41-8DDA-6D64F081A38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52" y="1603569"/>
            <a:ext cx="6932295" cy="4895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3246211" y="371516"/>
            <a:ext cx="5699577" cy="818482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Communication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862A2FC-4413-3A8E-8958-ADEE3A51F2BA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B45B01-6DDC-4F00-9EDB-C323D74773D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464" y="1746444"/>
            <a:ext cx="6057070" cy="4373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4098800" y="442419"/>
            <a:ext cx="3779108" cy="859166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GESTION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EB6972-1C23-FCE6-930C-C257C9AEA74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4410EEE-8EAD-4AC3-AEDB-AAD5273C20C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3079" y="1758436"/>
            <a:ext cx="9205841" cy="45298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2780503" y="441568"/>
            <a:ext cx="6630993" cy="625230"/>
          </a:xfrm>
        </p:spPr>
        <p:txBody>
          <a:bodyPr/>
          <a:lstStyle/>
          <a:p>
            <a:pPr lvl="0"/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IBD Interface Utilisateur</a:t>
            </a:r>
          </a:p>
        </p:txBody>
      </p:sp>
      <p:sp>
        <p:nvSpPr>
          <p:cNvPr id="3" name="Espace réservé du texte 2"/>
          <p:cNvSpPr txBox="1">
            <a:spLocks noGrp="1"/>
          </p:cNvSpPr>
          <p:nvPr>
            <p:ph type="body" sz="half" idx="2"/>
          </p:nvPr>
        </p:nvSpPr>
        <p:spPr>
          <a:xfrm>
            <a:off x="1290913" y="1645517"/>
            <a:ext cx="3600001" cy="3836721"/>
          </a:xfrm>
        </p:spPr>
        <p:txBody>
          <a:bodyPr lIns="0" rIns="0"/>
          <a:lstStyle/>
          <a:p>
            <a:endParaRPr lang="fr-FR" noProof="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61207B2-59FC-4627-52C6-9B9E96007A0F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D744C7B-424B-440D-8F5B-EF81DECEEA1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919" y="1375762"/>
            <a:ext cx="9186162" cy="49582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7947216" y="2817807"/>
            <a:ext cx="2893237" cy="14571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Schéma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fr-F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Structurel</a:t>
            </a:r>
          </a:p>
        </p:txBody>
      </p:sp>
      <p:sp>
        <p:nvSpPr>
          <p:cNvPr id="23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fr-FR" noProof="0" dirty="0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pic>
        <p:nvPicPr>
          <p:cNvPr id="4" name="Image 5">
            <a:hlinkClick r:id="rId6" action="ppaction://hlinkfile"/>
          </p:cNvPr>
          <p:cNvPicPr>
            <a:picLocks noChangeAspect="1"/>
          </p:cNvPicPr>
          <p:nvPr/>
        </p:nvPicPr>
        <p:blipFill>
          <a:blip r:embed="rId7"/>
          <a:srcRect l="2705" t="2877" r="2460" b="3237"/>
          <a:stretch>
            <a:fillRect/>
          </a:stretch>
        </p:blipFill>
        <p:spPr>
          <a:xfrm>
            <a:off x="85066" y="942321"/>
            <a:ext cx="7454309" cy="5221154"/>
          </a:xfrm>
          <a:prstGeom prst="rect">
            <a:avLst/>
          </a:prstGeom>
          <a:solidFill>
            <a:srgbClr val="EDEDED"/>
          </a:solidFill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7A2F951D-02BC-CD04-929C-2FFCAE7C42F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3"/>
          <p:cNvSpPr txBox="1">
            <a:spLocks noGrp="1"/>
          </p:cNvSpPr>
          <p:nvPr>
            <p:ph type="title"/>
          </p:nvPr>
        </p:nvSpPr>
        <p:spPr>
          <a:xfrm>
            <a:off x="590511" y="22578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z="4200" b="1" i="0" kern="1200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Code</a:t>
            </a: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fr-FR"/>
          </a:p>
        </p:txBody>
      </p:sp>
      <p:pic>
        <p:nvPicPr>
          <p:cNvPr id="6" name="Image 5">
            <a:hlinkClick r:id="rId6" action="ppaction://hlinkfile"/>
            <a:extLst>
              <a:ext uri="{FF2B5EF4-FFF2-40B4-BE49-F238E27FC236}">
                <a16:creationId xmlns:a16="http://schemas.microsoft.com/office/drawing/2014/main" id="{30E6A8FD-23B4-1ADC-0A8C-E0C82EEA2C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722" y="1339880"/>
            <a:ext cx="10979690" cy="5352597"/>
          </a:xfrm>
          <a:prstGeom prst="rect">
            <a:avLst/>
          </a:prstGeom>
          <a:effectLst/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4DAEFEB5-4182-4DBB-8905-284E31429E3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19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B8047C-F27E-9026-2E2B-494FDA9A4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0F7302AF-86B9-441B-8D24-AC382E2A4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9A2A6C2-D371-4C6B-B50F-CC71C6D01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5F07A6A6-E44B-411E-AA18-65E48113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8CC3468F-5EED-42B0-8507-F30360E1D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91711EE-029D-453C-9AE9-E87829F1D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D5A8E14-301B-40C0-A174-D2232EF9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587CB88-97F1-2D93-18DD-6B0586D1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06" y="491204"/>
            <a:ext cx="9164206" cy="8314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Problèmes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rencontrés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BDCD165-BF91-9402-4889-652AEA10DE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868" y="3574267"/>
            <a:ext cx="2953512" cy="30061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5DF9A9E-C3C2-92FF-1A82-B1A455313CD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081" t="5262" r="11377" b="8373"/>
          <a:stretch>
            <a:fillRect/>
          </a:stretch>
        </p:blipFill>
        <p:spPr>
          <a:xfrm>
            <a:off x="7097552" y="183914"/>
            <a:ext cx="2921160" cy="314794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Zoom de diapositive 14">
                <a:extLst>
                  <a:ext uri="{FF2B5EF4-FFF2-40B4-BE49-F238E27FC236}">
                    <a16:creationId xmlns:a16="http://schemas.microsoft.com/office/drawing/2014/main" id="{36ABBEDC-65B8-B4FF-DEBA-87B74E6A5A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38813070"/>
                  </p:ext>
                </p:extLst>
              </p:nvPr>
            </p:nvGraphicFramePr>
            <p:xfrm>
              <a:off x="270500" y="1989148"/>
              <a:ext cx="6665887" cy="3749561"/>
            </p:xfrm>
            <a:graphic>
              <a:graphicData uri="http://schemas.microsoft.com/office/powerpoint/2016/slidezoom">
                <pslz:sldZm>
                  <pslz:sldZmObj sldId="300" cId="3243524050">
                    <pslz:zmPr id="{6FEDA29D-617A-4630-B557-3D659D3AFD1B}" returnToParent="0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665887" cy="374956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Zoom de diapositive 1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6ABBEDC-65B8-B4FF-DEBA-87B74E6A5A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0500" y="1989148"/>
                <a:ext cx="6665887" cy="3749561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Image 3">
            <a:extLst>
              <a:ext uri="{FF2B5EF4-FFF2-40B4-BE49-F238E27FC236}">
                <a16:creationId xmlns:a16="http://schemas.microsoft.com/office/drawing/2014/main" id="{F0404E7A-26F3-24B9-1A79-A5B45BC8F8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6546" y="1992780"/>
            <a:ext cx="6143981" cy="370174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DEDF7F0B-9D60-D93E-F810-E7DF40EF7A87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</a:t>
            </a:r>
            <a:endParaRPr lang="fr-FR" b="1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7649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35787-374F-20B6-30F6-18C51D12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1F94DF7-A2C8-7D23-333C-D6A469620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53" y="344890"/>
            <a:ext cx="9911523" cy="597169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3BC1AA1D-E553-D8FB-441C-017E3260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3524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DA1B6A-C2FB-45A4-852E-37A74D4F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6" y="397725"/>
            <a:ext cx="6724402" cy="1338146"/>
          </a:xfrm>
        </p:spPr>
        <p:txBody>
          <a:bodyPr/>
          <a:lstStyle/>
          <a:p>
            <a:r>
              <a:rPr lang="fr-FR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Démonstration &amp; Présentation des tests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50AE14C-1207-4765-9884-DB9A75A576D3}"/>
              </a:ext>
            </a:extLst>
          </p:cNvPr>
          <p:cNvGrpSpPr/>
          <p:nvPr/>
        </p:nvGrpSpPr>
        <p:grpSpPr>
          <a:xfrm>
            <a:off x="5880300" y="143468"/>
            <a:ext cx="4497730" cy="6514904"/>
            <a:chOff x="4016588" y="-1193930"/>
            <a:chExt cx="5664069" cy="8317414"/>
          </a:xfrm>
        </p:grpSpPr>
        <p:pic>
          <p:nvPicPr>
            <p:cNvPr id="9" name="Image 8">
              <a:hlinkClick r:id="rId3" action="ppaction://hlinkfile"/>
              <a:extLst>
                <a:ext uri="{FF2B5EF4-FFF2-40B4-BE49-F238E27FC236}">
                  <a16:creationId xmlns:a16="http://schemas.microsoft.com/office/drawing/2014/main" id="{4763D2E6-057B-4CDC-913C-4333D5470E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740"/>
            <a:stretch/>
          </p:blipFill>
          <p:spPr>
            <a:xfrm>
              <a:off x="4016589" y="-1193930"/>
              <a:ext cx="5664068" cy="4591691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5E110110-A8B9-41D0-9B99-3C03BB833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6588" y="3383693"/>
              <a:ext cx="5664068" cy="3739791"/>
            </a:xfrm>
            <a:prstGeom prst="rect">
              <a:avLst/>
            </a:prstGeom>
          </p:spPr>
        </p:pic>
      </p:grpSp>
      <p:pic>
        <p:nvPicPr>
          <p:cNvPr id="17" name="Image 16">
            <a:hlinkClick r:id="rId6" action="ppaction://hlinkfile"/>
            <a:extLst>
              <a:ext uri="{FF2B5EF4-FFF2-40B4-BE49-F238E27FC236}">
                <a16:creationId xmlns:a16="http://schemas.microsoft.com/office/drawing/2014/main" id="{19D4DE72-68C0-429A-AA10-9429FF4A05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970" y="2176975"/>
            <a:ext cx="5289027" cy="3654686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6D2F2916-983B-4070-8960-264AF836E399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21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----</a:t>
            </a:r>
          </a:p>
          <a:p>
            <a:pPr algn="ctr"/>
            <a:r>
              <a:rPr lang="fr-FR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1258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85C20-FAD2-C609-0EF9-C722FF9F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dirty="0"/>
          </a:p>
        </p:txBody>
      </p:sp>
      <p:sp>
        <p:nvSpPr>
          <p:cNvPr id="2" name="Titre 3">
            <a:extLst>
              <a:ext uri="{FF2B5EF4-FFF2-40B4-BE49-F238E27FC236}">
                <a16:creationId xmlns:a16="http://schemas.microsoft.com/office/drawing/2014/main" id="{624AE152-AB79-FC47-83FD-4F12F672D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8265" y="2569050"/>
            <a:ext cx="5547386" cy="182611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54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MERCI POUR VOTRE ÉCOUTE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8108A9-1C65-4950-B8D3-D53A8ED9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95919" cy="6858000"/>
          </a:xfrm>
          <a:custGeom>
            <a:avLst/>
            <a:gdLst>
              <a:gd name="connsiteX0" fmla="*/ 5651204 w 6995919"/>
              <a:gd name="connsiteY0" fmla="*/ 0 h 6858000"/>
              <a:gd name="connsiteX1" fmla="*/ 6994742 w 6995919"/>
              <a:gd name="connsiteY1" fmla="*/ 0 h 6858000"/>
              <a:gd name="connsiteX2" fmla="*/ 6969697 w 6995919"/>
              <a:gd name="connsiteY2" fmla="*/ 155676 h 6858000"/>
              <a:gd name="connsiteX3" fmla="*/ 6945828 w 6995919"/>
              <a:gd name="connsiteY3" fmla="*/ 310667 h 6858000"/>
              <a:gd name="connsiteX4" fmla="*/ 6922464 w 6995919"/>
              <a:gd name="connsiteY4" fmla="*/ 466344 h 6858000"/>
              <a:gd name="connsiteX5" fmla="*/ 6902461 w 6995919"/>
              <a:gd name="connsiteY5" fmla="*/ 622706 h 6858000"/>
              <a:gd name="connsiteX6" fmla="*/ 6882290 w 6995919"/>
              <a:gd name="connsiteY6" fmla="*/ 778383 h 6858000"/>
              <a:gd name="connsiteX7" fmla="*/ 6863464 w 6995919"/>
              <a:gd name="connsiteY7" fmla="*/ 934745 h 6858000"/>
              <a:gd name="connsiteX8" fmla="*/ 6847328 w 6995919"/>
              <a:gd name="connsiteY8" fmla="*/ 1089050 h 6858000"/>
              <a:gd name="connsiteX9" fmla="*/ 6832032 w 6995919"/>
              <a:gd name="connsiteY9" fmla="*/ 1245413 h 6858000"/>
              <a:gd name="connsiteX10" fmla="*/ 6818080 w 6995919"/>
              <a:gd name="connsiteY10" fmla="*/ 1401089 h 6858000"/>
              <a:gd name="connsiteX11" fmla="*/ 6805978 w 6995919"/>
              <a:gd name="connsiteY11" fmla="*/ 1554023 h 6858000"/>
              <a:gd name="connsiteX12" fmla="*/ 6793875 w 6995919"/>
              <a:gd name="connsiteY12" fmla="*/ 1709013 h 6858000"/>
              <a:gd name="connsiteX13" fmla="*/ 6783790 w 6995919"/>
              <a:gd name="connsiteY13" fmla="*/ 1861947 h 6858000"/>
              <a:gd name="connsiteX14" fmla="*/ 6775890 w 6995919"/>
              <a:gd name="connsiteY14" fmla="*/ 2014880 h 6858000"/>
              <a:gd name="connsiteX15" fmla="*/ 6767653 w 6995919"/>
              <a:gd name="connsiteY15" fmla="*/ 2167128 h 6858000"/>
              <a:gd name="connsiteX16" fmla="*/ 6760762 w 6995919"/>
              <a:gd name="connsiteY16" fmla="*/ 2318004 h 6858000"/>
              <a:gd name="connsiteX17" fmla="*/ 6755887 w 6995919"/>
              <a:gd name="connsiteY17" fmla="*/ 2467508 h 6858000"/>
              <a:gd name="connsiteX18" fmla="*/ 6751685 w 6995919"/>
              <a:gd name="connsiteY18" fmla="*/ 2617013 h 6858000"/>
              <a:gd name="connsiteX19" fmla="*/ 6747651 w 6995919"/>
              <a:gd name="connsiteY19" fmla="*/ 2765145 h 6858000"/>
              <a:gd name="connsiteX20" fmla="*/ 6745802 w 6995919"/>
              <a:gd name="connsiteY20" fmla="*/ 2911221 h 6858000"/>
              <a:gd name="connsiteX21" fmla="*/ 6743785 w 6995919"/>
              <a:gd name="connsiteY21" fmla="*/ 3057296 h 6858000"/>
              <a:gd name="connsiteX22" fmla="*/ 6742776 w 6995919"/>
              <a:gd name="connsiteY22" fmla="*/ 3201314 h 6858000"/>
              <a:gd name="connsiteX23" fmla="*/ 6743785 w 6995919"/>
              <a:gd name="connsiteY23" fmla="*/ 3343960 h 6858000"/>
              <a:gd name="connsiteX24" fmla="*/ 6743785 w 6995919"/>
              <a:gd name="connsiteY24" fmla="*/ 3485235 h 6858000"/>
              <a:gd name="connsiteX25" fmla="*/ 6745802 w 6995919"/>
              <a:gd name="connsiteY25" fmla="*/ 3625138 h 6858000"/>
              <a:gd name="connsiteX26" fmla="*/ 6748827 w 6995919"/>
              <a:gd name="connsiteY26" fmla="*/ 3762298 h 6858000"/>
              <a:gd name="connsiteX27" fmla="*/ 6751685 w 6995919"/>
              <a:gd name="connsiteY27" fmla="*/ 3898087 h 6858000"/>
              <a:gd name="connsiteX28" fmla="*/ 6754879 w 6995919"/>
              <a:gd name="connsiteY28" fmla="*/ 4031132 h 6858000"/>
              <a:gd name="connsiteX29" fmla="*/ 6759753 w 6995919"/>
              <a:gd name="connsiteY29" fmla="*/ 4163491 h 6858000"/>
              <a:gd name="connsiteX30" fmla="*/ 6764964 w 6995919"/>
              <a:gd name="connsiteY30" fmla="*/ 4293793 h 6858000"/>
              <a:gd name="connsiteX31" fmla="*/ 6769670 w 6995919"/>
              <a:gd name="connsiteY31" fmla="*/ 4421352 h 6858000"/>
              <a:gd name="connsiteX32" fmla="*/ 6782950 w 6995919"/>
              <a:gd name="connsiteY32" fmla="*/ 4670298 h 6858000"/>
              <a:gd name="connsiteX33" fmla="*/ 6797069 w 6995919"/>
              <a:gd name="connsiteY33" fmla="*/ 4908956 h 6858000"/>
              <a:gd name="connsiteX34" fmla="*/ 6811861 w 6995919"/>
              <a:gd name="connsiteY34" fmla="*/ 5138013 h 6858000"/>
              <a:gd name="connsiteX35" fmla="*/ 6828166 w 6995919"/>
              <a:gd name="connsiteY35" fmla="*/ 5354726 h 6858000"/>
              <a:gd name="connsiteX36" fmla="*/ 6845143 w 6995919"/>
              <a:gd name="connsiteY36" fmla="*/ 5561838 h 6858000"/>
              <a:gd name="connsiteX37" fmla="*/ 6863464 w 6995919"/>
              <a:gd name="connsiteY37" fmla="*/ 5753862 h 6858000"/>
              <a:gd name="connsiteX38" fmla="*/ 6881450 w 6995919"/>
              <a:gd name="connsiteY38" fmla="*/ 5934227 h 6858000"/>
              <a:gd name="connsiteX39" fmla="*/ 6899435 w 6995919"/>
              <a:gd name="connsiteY39" fmla="*/ 6100191 h 6858000"/>
              <a:gd name="connsiteX40" fmla="*/ 6916412 w 6995919"/>
              <a:gd name="connsiteY40" fmla="*/ 6252438 h 6858000"/>
              <a:gd name="connsiteX41" fmla="*/ 6932549 w 6995919"/>
              <a:gd name="connsiteY41" fmla="*/ 6387541 h 6858000"/>
              <a:gd name="connsiteX42" fmla="*/ 6947845 w 6995919"/>
              <a:gd name="connsiteY42" fmla="*/ 6509613 h 6858000"/>
              <a:gd name="connsiteX43" fmla="*/ 6960620 w 6995919"/>
              <a:gd name="connsiteY43" fmla="*/ 6612483 h 6858000"/>
              <a:gd name="connsiteX44" fmla="*/ 6972722 w 6995919"/>
              <a:gd name="connsiteY44" fmla="*/ 6698894 h 6858000"/>
              <a:gd name="connsiteX45" fmla="*/ 6990036 w 6995919"/>
              <a:gd name="connsiteY45" fmla="*/ 6817538 h 6858000"/>
              <a:gd name="connsiteX46" fmla="*/ 6995919 w 6995919"/>
              <a:gd name="connsiteY46" fmla="*/ 6858000 h 6858000"/>
              <a:gd name="connsiteX47" fmla="*/ 6090565 w 6995919"/>
              <a:gd name="connsiteY47" fmla="*/ 6858000 h 6858000"/>
              <a:gd name="connsiteX48" fmla="*/ 6090565 w 6995919"/>
              <a:gd name="connsiteY48" fmla="*/ 6858000 h 6858000"/>
              <a:gd name="connsiteX49" fmla="*/ 0 w 6995919"/>
              <a:gd name="connsiteY49" fmla="*/ 6858000 h 6858000"/>
              <a:gd name="connsiteX50" fmla="*/ 0 w 6995919"/>
              <a:gd name="connsiteY50" fmla="*/ 0 h 6858000"/>
              <a:gd name="connsiteX51" fmla="*/ 5651204 w 6995919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995919" h="6858000">
                <a:moveTo>
                  <a:pt x="5651204" y="0"/>
                </a:moveTo>
                <a:lnTo>
                  <a:pt x="6994742" y="0"/>
                </a:lnTo>
                <a:lnTo>
                  <a:pt x="6969697" y="155676"/>
                </a:lnTo>
                <a:lnTo>
                  <a:pt x="6945828" y="310667"/>
                </a:lnTo>
                <a:lnTo>
                  <a:pt x="6922464" y="466344"/>
                </a:lnTo>
                <a:lnTo>
                  <a:pt x="6902461" y="622706"/>
                </a:lnTo>
                <a:lnTo>
                  <a:pt x="6882290" y="778383"/>
                </a:lnTo>
                <a:lnTo>
                  <a:pt x="6863464" y="934745"/>
                </a:lnTo>
                <a:lnTo>
                  <a:pt x="6847328" y="1089050"/>
                </a:lnTo>
                <a:lnTo>
                  <a:pt x="6832032" y="1245413"/>
                </a:lnTo>
                <a:lnTo>
                  <a:pt x="6818080" y="1401089"/>
                </a:lnTo>
                <a:lnTo>
                  <a:pt x="6805978" y="1554023"/>
                </a:lnTo>
                <a:lnTo>
                  <a:pt x="6793875" y="1709013"/>
                </a:lnTo>
                <a:lnTo>
                  <a:pt x="6783790" y="1861947"/>
                </a:lnTo>
                <a:lnTo>
                  <a:pt x="6775890" y="2014880"/>
                </a:lnTo>
                <a:lnTo>
                  <a:pt x="6767653" y="2167128"/>
                </a:lnTo>
                <a:lnTo>
                  <a:pt x="6760762" y="2318004"/>
                </a:lnTo>
                <a:lnTo>
                  <a:pt x="6755887" y="2467508"/>
                </a:lnTo>
                <a:lnTo>
                  <a:pt x="6751685" y="2617013"/>
                </a:lnTo>
                <a:lnTo>
                  <a:pt x="6747651" y="2765145"/>
                </a:lnTo>
                <a:lnTo>
                  <a:pt x="6745802" y="2911221"/>
                </a:lnTo>
                <a:lnTo>
                  <a:pt x="6743785" y="3057296"/>
                </a:lnTo>
                <a:lnTo>
                  <a:pt x="6742776" y="3201314"/>
                </a:lnTo>
                <a:lnTo>
                  <a:pt x="6743785" y="3343960"/>
                </a:lnTo>
                <a:lnTo>
                  <a:pt x="6743785" y="3485235"/>
                </a:lnTo>
                <a:lnTo>
                  <a:pt x="6745802" y="3625138"/>
                </a:lnTo>
                <a:lnTo>
                  <a:pt x="6748827" y="3762298"/>
                </a:lnTo>
                <a:lnTo>
                  <a:pt x="6751685" y="3898087"/>
                </a:lnTo>
                <a:lnTo>
                  <a:pt x="6754879" y="4031132"/>
                </a:lnTo>
                <a:lnTo>
                  <a:pt x="6759753" y="4163491"/>
                </a:lnTo>
                <a:lnTo>
                  <a:pt x="6764964" y="4293793"/>
                </a:lnTo>
                <a:lnTo>
                  <a:pt x="6769670" y="4421352"/>
                </a:lnTo>
                <a:lnTo>
                  <a:pt x="6782950" y="4670298"/>
                </a:lnTo>
                <a:lnTo>
                  <a:pt x="6797069" y="4908956"/>
                </a:lnTo>
                <a:lnTo>
                  <a:pt x="6811861" y="5138013"/>
                </a:lnTo>
                <a:lnTo>
                  <a:pt x="6828166" y="5354726"/>
                </a:lnTo>
                <a:lnTo>
                  <a:pt x="6845143" y="5561838"/>
                </a:lnTo>
                <a:lnTo>
                  <a:pt x="6863464" y="5753862"/>
                </a:lnTo>
                <a:lnTo>
                  <a:pt x="6881450" y="5934227"/>
                </a:lnTo>
                <a:lnTo>
                  <a:pt x="6899435" y="6100191"/>
                </a:lnTo>
                <a:lnTo>
                  <a:pt x="6916412" y="6252438"/>
                </a:lnTo>
                <a:lnTo>
                  <a:pt x="6932549" y="6387541"/>
                </a:lnTo>
                <a:lnTo>
                  <a:pt x="6947845" y="6509613"/>
                </a:lnTo>
                <a:lnTo>
                  <a:pt x="6960620" y="6612483"/>
                </a:lnTo>
                <a:lnTo>
                  <a:pt x="6972722" y="6698894"/>
                </a:lnTo>
                <a:lnTo>
                  <a:pt x="6990036" y="6817538"/>
                </a:lnTo>
                <a:lnTo>
                  <a:pt x="6995919" y="6858000"/>
                </a:lnTo>
                <a:lnTo>
                  <a:pt x="6090565" y="6858000"/>
                </a:lnTo>
                <a:lnTo>
                  <a:pt x="6090565" y="6858000"/>
                </a:lnTo>
                <a:lnTo>
                  <a:pt x="0" y="6858000"/>
                </a:lnTo>
                <a:lnTo>
                  <a:pt x="0" y="0"/>
                </a:lnTo>
                <a:lnTo>
                  <a:pt x="56512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8" name="Image 7" descr="ACCUEIL - Saint Aubin La Salle">
            <a:extLst>
              <a:ext uri="{FF2B5EF4-FFF2-40B4-BE49-F238E27FC236}">
                <a16:creationId xmlns:a16="http://schemas.microsoft.com/office/drawing/2014/main" id="{C01D9B2D-9D90-7AF6-786D-E2ECA73866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95" y="607779"/>
            <a:ext cx="5454404" cy="2468118"/>
          </a:xfrm>
          <a:prstGeom prst="rect">
            <a:avLst/>
          </a:prstGeom>
          <a:noFill/>
          <a:effectLst/>
        </p:spPr>
      </p:pic>
      <p:sp>
        <p:nvSpPr>
          <p:cNvPr id="27" name="Freeform 27">
            <a:extLst>
              <a:ext uri="{FF2B5EF4-FFF2-40B4-BE49-F238E27FC236}">
                <a16:creationId xmlns:a16="http://schemas.microsoft.com/office/drawing/2014/main" id="{6F1C2839-EFB8-47B3-9488-B0F191886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49646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5" descr="La Jubaudière (49) - Itancia">
            <a:extLst>
              <a:ext uri="{FF2B5EF4-FFF2-40B4-BE49-F238E27FC236}">
                <a16:creationId xmlns:a16="http://schemas.microsoft.com/office/drawing/2014/main" id="{6E73FEE9-D8D2-E92D-D3A9-C61A2D7D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866" y="3482108"/>
            <a:ext cx="5220533" cy="2727729"/>
          </a:xfrm>
          <a:prstGeom prst="rect">
            <a:avLst/>
          </a:prstGeom>
          <a:noFill/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BFC4BE6-8FEA-9EE8-1F10-93B61BCD5845}"/>
              </a:ext>
            </a:extLst>
          </p:cNvPr>
          <p:cNvSpPr txBox="1"/>
          <p:nvPr/>
        </p:nvSpPr>
        <p:spPr>
          <a:xfrm>
            <a:off x="10477075" y="143468"/>
            <a:ext cx="6072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noProof="0" dirty="0"/>
              <a:t>22</a:t>
            </a:r>
          </a:p>
          <a:p>
            <a:pPr algn="ctr"/>
            <a:r>
              <a:rPr lang="fr-FR" b="1" noProof="0" dirty="0"/>
              <a:t>----</a:t>
            </a:r>
          </a:p>
          <a:p>
            <a:pPr algn="ctr"/>
            <a:r>
              <a:rPr lang="fr-FR" b="1" noProof="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10131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822</TotalTime>
  <Words>338</Words>
  <Application>Microsoft Office PowerPoint</Application>
  <PresentationFormat>Grand écran</PresentationFormat>
  <Paragraphs>152</Paragraphs>
  <Slides>27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Tahoma</vt:lpstr>
      <vt:lpstr>Wingdings 3</vt:lpstr>
      <vt:lpstr>Ion</vt:lpstr>
      <vt:lpstr>PROJET VELUX</vt:lpstr>
      <vt:lpstr>Présentation PowerPoint</vt:lpstr>
      <vt:lpstr>Présentation du projet</vt:lpstr>
      <vt:lpstr>Gantt </vt:lpstr>
      <vt:lpstr>Présentation PowerPoint</vt:lpstr>
      <vt:lpstr>Présentation PowerPoint</vt:lpstr>
      <vt:lpstr>Diagramme Cas d’utilisation</vt:lpstr>
      <vt:lpstr>Contraintes diverses exprimées par le demandeur</vt:lpstr>
      <vt:lpstr>Choix des composants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Calcule Valeur Bobine</vt:lpstr>
      <vt:lpstr>Calcule Valeur Résistance</vt:lpstr>
      <vt:lpstr>Diagramme de Définition de Bloc</vt:lpstr>
      <vt:lpstr>IBD Alimentation</vt:lpstr>
      <vt:lpstr>IBD Communication</vt:lpstr>
      <vt:lpstr>IBD GESTION</vt:lpstr>
      <vt:lpstr>IBD Interface Utilisateur</vt:lpstr>
      <vt:lpstr>Schéma  Structurel</vt:lpstr>
      <vt:lpstr>Code</vt:lpstr>
      <vt:lpstr>Problèmes rencontrés</vt:lpstr>
      <vt:lpstr>Présentation PowerPoint</vt:lpstr>
      <vt:lpstr>Démonstration &amp; Présentation des tests </vt:lpstr>
      <vt:lpstr>MERCI POUR VOTRE ÉCOUTE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VELUX</dc:title>
  <dc:creator>Louison MALINGE</dc:creator>
  <cp:lastModifiedBy>Louison MALINGE</cp:lastModifiedBy>
  <cp:revision>41</cp:revision>
  <dcterms:created xsi:type="dcterms:W3CDTF">2026-03-11T09:37:47Z</dcterms:created>
  <dcterms:modified xsi:type="dcterms:W3CDTF">2026-05-27T07:49:20Z</dcterms:modified>
</cp:coreProperties>
</file>