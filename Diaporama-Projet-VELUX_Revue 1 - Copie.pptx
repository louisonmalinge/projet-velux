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diagrams/data8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5.xml" ContentType="application/vnd.openxmlformats-officedocument.drawingml.diagramData+xml"/>
  <Override PartName="/ppt/diagrams/data7.xml" ContentType="application/vnd.openxmlformats-officedocument.drawingml.diagramData+xml"/>
  <Override PartName="/ppt/diagrams/data9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handoutMasterIdLst>
    <p:handoutMasterId r:id="rId32"/>
  </p:handoutMasterIdLst>
  <p:sldIdLst>
    <p:sldId id="284" r:id="rId2"/>
    <p:sldId id="285" r:id="rId3"/>
    <p:sldId id="258" r:id="rId4"/>
    <p:sldId id="287" r:id="rId5"/>
    <p:sldId id="288" r:id="rId6"/>
    <p:sldId id="289" r:id="rId7"/>
    <p:sldId id="290" r:id="rId8"/>
    <p:sldId id="259" r:id="rId9"/>
    <p:sldId id="265" r:id="rId10"/>
    <p:sldId id="260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68" r:id="rId19"/>
    <p:sldId id="275" r:id="rId20"/>
    <p:sldId id="274" r:id="rId21"/>
    <p:sldId id="279" r:id="rId22"/>
    <p:sldId id="280" r:id="rId23"/>
    <p:sldId id="283" r:id="rId24"/>
    <p:sldId id="276" r:id="rId25"/>
    <p:sldId id="277" r:id="rId26"/>
    <p:sldId id="292" r:id="rId27"/>
    <p:sldId id="281" r:id="rId28"/>
    <p:sldId id="282" r:id="rId29"/>
    <p:sldId id="286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E75A3-1580-49E9-8121-F981EA228B17}" v="602" dt="2026-03-14T16:41:48.612"/>
    <p1510:client id="{70D68261-CD98-4C2F-8F54-CBEB9BBD700F}" v="1330" dt="2026-03-14T16:49:06.981"/>
    <p1510:client id="{7EB91B50-855E-E685-22BA-1EB54B15A0C3}" v="1" dt="2026-03-14T15:32:18.2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B301B821-A1FF-4177-AEE7-76D212191A0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9EBF5"/>
          </a:solidFill>
        </a:fill>
      </a:tcStyle>
    </a:band1H>
    <a:band1V>
      <a:tcStyle>
        <a:tcBdr/>
        <a:fill>
          <a:solidFill>
            <a:srgbClr val="E9EBF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Row>
  </a:tblStyle>
  <a:tblStyle styleId="{9DCAF9ED-07DC-4A11-8D7F-57B35C25682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FCECE8"/>
          </a:solidFill>
        </a:fill>
      </a:tcStyle>
    </a:band1H>
    <a:band1V>
      <a:tcStyle>
        <a:tcBdr/>
        <a:fill>
          <a:solidFill>
            <a:srgbClr val="FCECE8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D7D31"/>
          </a:solidFill>
        </a:fill>
      </a:tcStyle>
    </a:firstRow>
  </a:tblStyle>
  <a:tblStyle styleId="{3C2FFA5D-87B4-456A-9821-1D502468CF0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wholeTbl>
    <a:band1H>
      <a:tcStyle>
        <a:tcBdr/>
        <a:fill>
          <a:solidFill>
            <a:srgbClr val="4472C4"/>
          </a:solidFill>
        </a:fill>
      </a:tcStyle>
    </a:band1H>
    <a:band2H>
      <a:tcStyle>
        <a:tcBdr/>
        <a:fill>
          <a:solidFill>
            <a:srgbClr val="4472C4"/>
          </a:solidFill>
        </a:fill>
      </a:tcStyle>
    </a:band2H>
    <a:band1V>
      <a:tcStyle>
        <a:tcBdr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band1V>
    <a:band2V>
      <a:tcStyle>
        <a:tcBdr/>
        <a:fill>
          <a:solidFill>
            <a:srgbClr val="4472C4"/>
          </a:solidFill>
        </a:fill>
      </a:tcStyle>
    </a:band2V>
    <a:la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lastCol>
    <a:fir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6E25E649-3F16-4E02-A733-19D2CDBF48F0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827" autoAdjust="0"/>
  </p:normalViewPr>
  <p:slideViewPr>
    <p:cSldViewPr snapToGrid="0">
      <p:cViewPr varScale="1">
        <p:scale>
          <a:sx n="106" d="100"/>
          <a:sy n="106" d="100"/>
        </p:scale>
        <p:origin x="1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image" Target="../media/image140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image" Target="../media/image170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image" Target="../media/image20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60E309-E46B-4561-B909-4FF6924FEDF5}" type="doc">
      <dgm:prSet loTypeId="urn:microsoft.com/office/officeart/2005/8/layout/chevron2" loCatId="list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9A4B82F7-20DD-4927-9685-1311B17566C6}">
      <dgm:prSet phldrT="[Texte]"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1</a:t>
          </a:r>
          <a:endParaRPr lang="fr-FR" b="1" noProof="0" dirty="0"/>
        </a:p>
      </dgm:t>
    </dgm:pt>
    <dgm:pt modelId="{0E839D74-58F4-422E-A89D-CB6E75682174}" type="parTrans" cxnId="{3D459CC4-0FDF-4963-80EA-5F2CE88B1DCC}">
      <dgm:prSet/>
      <dgm:spPr/>
      <dgm:t>
        <a:bodyPr/>
        <a:lstStyle/>
        <a:p>
          <a:endParaRPr lang="fr-FR"/>
        </a:p>
      </dgm:t>
    </dgm:pt>
    <dgm:pt modelId="{6511AFAE-373F-40A2-8E29-241ECF19D1A9}" type="sibTrans" cxnId="{3D459CC4-0FDF-4963-80EA-5F2CE88B1DCC}">
      <dgm:prSet/>
      <dgm:spPr/>
      <dgm:t>
        <a:bodyPr/>
        <a:lstStyle/>
        <a:p>
          <a:endParaRPr lang="fr-FR"/>
        </a:p>
      </dgm:t>
    </dgm:pt>
    <dgm:pt modelId="{41AF510F-0E2A-497E-B96A-D096DB7B897B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2</a:t>
          </a:r>
        </a:p>
      </dgm:t>
    </dgm:pt>
    <dgm:pt modelId="{97A84C0C-1E89-41FC-8C39-C5FEB3A33632}" type="parTrans" cxnId="{8300848C-F089-42C1-890A-91BC754D7BFD}">
      <dgm:prSet/>
      <dgm:spPr/>
      <dgm:t>
        <a:bodyPr/>
        <a:lstStyle/>
        <a:p>
          <a:endParaRPr lang="fr-FR"/>
        </a:p>
      </dgm:t>
    </dgm:pt>
    <dgm:pt modelId="{9BE5C8F3-90CE-4DA3-A9B8-B545A624CD7B}" type="sibTrans" cxnId="{8300848C-F089-42C1-890A-91BC754D7BFD}">
      <dgm:prSet/>
      <dgm:spPr/>
      <dgm:t>
        <a:bodyPr/>
        <a:lstStyle/>
        <a:p>
          <a:endParaRPr lang="fr-FR"/>
        </a:p>
      </dgm:t>
    </dgm:pt>
    <dgm:pt modelId="{CA97FC3A-28E3-497A-89F0-674AE9B28772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3</a:t>
          </a:r>
        </a:p>
      </dgm:t>
    </dgm:pt>
    <dgm:pt modelId="{79D73070-6C17-4429-8E6B-F2D5AAC07CE6}" type="parTrans" cxnId="{2FFA709F-7262-4777-A9CC-FBC4D2CD8538}">
      <dgm:prSet/>
      <dgm:spPr/>
      <dgm:t>
        <a:bodyPr/>
        <a:lstStyle/>
        <a:p>
          <a:endParaRPr lang="fr-FR"/>
        </a:p>
      </dgm:t>
    </dgm:pt>
    <dgm:pt modelId="{9F140BDB-4D9D-4125-B754-9853E0643BF1}" type="sibTrans" cxnId="{2FFA709F-7262-4777-A9CC-FBC4D2CD8538}">
      <dgm:prSet/>
      <dgm:spPr/>
      <dgm:t>
        <a:bodyPr/>
        <a:lstStyle/>
        <a:p>
          <a:endParaRPr lang="fr-FR"/>
        </a:p>
      </dgm:t>
    </dgm:pt>
    <dgm:pt modelId="{1AB51A45-AE06-45E7-A9DA-55C8BB5E70C0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4</a:t>
          </a:r>
        </a:p>
      </dgm:t>
    </dgm:pt>
    <dgm:pt modelId="{6FA49F44-6D75-4CC5-9141-D24C17539DD9}" type="parTrans" cxnId="{9996E1E7-E56F-49F5-B7B7-0253A6F5A389}">
      <dgm:prSet/>
      <dgm:spPr/>
      <dgm:t>
        <a:bodyPr/>
        <a:lstStyle/>
        <a:p>
          <a:endParaRPr lang="fr-FR"/>
        </a:p>
      </dgm:t>
    </dgm:pt>
    <dgm:pt modelId="{0249C822-23DC-4C42-92C4-B7A15267ACB8}" type="sibTrans" cxnId="{9996E1E7-E56F-49F5-B7B7-0253A6F5A389}">
      <dgm:prSet/>
      <dgm:spPr/>
      <dgm:t>
        <a:bodyPr/>
        <a:lstStyle/>
        <a:p>
          <a:endParaRPr lang="fr-FR"/>
        </a:p>
      </dgm:t>
    </dgm:pt>
    <dgm:pt modelId="{5E56B461-80CE-47F5-9E1A-2908253755CE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5</a:t>
          </a:r>
        </a:p>
      </dgm:t>
    </dgm:pt>
    <dgm:pt modelId="{33E3791D-1B83-4D54-AD9E-58C3DF9E319C}" type="parTrans" cxnId="{BF8099F8-FC14-4F14-8659-502956B207AF}">
      <dgm:prSet/>
      <dgm:spPr/>
      <dgm:t>
        <a:bodyPr/>
        <a:lstStyle/>
        <a:p>
          <a:endParaRPr lang="fr-FR"/>
        </a:p>
      </dgm:t>
    </dgm:pt>
    <dgm:pt modelId="{31B035F2-09B4-4852-8CEF-B9454DF0D187}" type="sibTrans" cxnId="{BF8099F8-FC14-4F14-8659-502956B207AF}">
      <dgm:prSet/>
      <dgm:spPr/>
      <dgm:t>
        <a:bodyPr/>
        <a:lstStyle/>
        <a:p>
          <a:endParaRPr lang="fr-FR"/>
        </a:p>
      </dgm:t>
    </dgm:pt>
    <dgm:pt modelId="{3B7A4F27-044A-4F77-B019-6AE33623D025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6</a:t>
          </a:r>
        </a:p>
      </dgm:t>
    </dgm:pt>
    <dgm:pt modelId="{A56C5ABC-1638-40FD-9B45-2CD7FFA9A8FB}" type="parTrans" cxnId="{A8FCA98C-6E9E-4C5B-BC4A-E48D067506AC}">
      <dgm:prSet/>
      <dgm:spPr/>
      <dgm:t>
        <a:bodyPr/>
        <a:lstStyle/>
        <a:p>
          <a:endParaRPr lang="fr-FR"/>
        </a:p>
      </dgm:t>
    </dgm:pt>
    <dgm:pt modelId="{5CBB1690-D7D9-4D72-8D90-06D2EA6AE53E}" type="sibTrans" cxnId="{A8FCA98C-6E9E-4C5B-BC4A-E48D067506AC}">
      <dgm:prSet/>
      <dgm:spPr/>
      <dgm:t>
        <a:bodyPr/>
        <a:lstStyle/>
        <a:p>
          <a:endParaRPr lang="fr-FR"/>
        </a:p>
      </dgm:t>
    </dgm:pt>
    <dgm:pt modelId="{B3BD7BB8-7B64-44B4-AC59-EED3EE38585C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Conception préliminaire</a:t>
          </a:r>
        </a:p>
      </dgm:t>
    </dgm:pt>
    <dgm:pt modelId="{9C56B312-61F8-40B3-B9E3-18976627A821}" type="parTrans" cxnId="{8E416572-77D4-430A-9FD8-F7A5280D4A1D}">
      <dgm:prSet/>
      <dgm:spPr/>
      <dgm:t>
        <a:bodyPr/>
        <a:lstStyle/>
        <a:p>
          <a:endParaRPr lang="fr-FR"/>
        </a:p>
      </dgm:t>
    </dgm:pt>
    <dgm:pt modelId="{446EB4E8-4B81-4CD2-B1F3-B556AD0E73AF}" type="sibTrans" cxnId="{8E416572-77D4-430A-9FD8-F7A5280D4A1D}">
      <dgm:prSet/>
      <dgm:spPr/>
      <dgm:t>
        <a:bodyPr/>
        <a:lstStyle/>
        <a:p>
          <a:endParaRPr lang="fr-FR"/>
        </a:p>
      </dgm:t>
    </dgm:pt>
    <dgm:pt modelId="{4978F275-FB8D-42F2-B9B0-7283179DDFE9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Choix des Composants</a:t>
          </a:r>
        </a:p>
      </dgm:t>
    </dgm:pt>
    <dgm:pt modelId="{59CB097A-8692-4280-B214-93FFD425D5D4}" type="parTrans" cxnId="{6BA6D51A-9CCF-4326-86CE-90C26841322C}">
      <dgm:prSet/>
      <dgm:spPr/>
      <dgm:t>
        <a:bodyPr/>
        <a:lstStyle/>
        <a:p>
          <a:endParaRPr lang="fr-FR"/>
        </a:p>
      </dgm:t>
    </dgm:pt>
    <dgm:pt modelId="{B2F61661-882D-488B-B0CC-E7D8ACC63697}" type="sibTrans" cxnId="{6BA6D51A-9CCF-4326-86CE-90C26841322C}">
      <dgm:prSet/>
      <dgm:spPr/>
      <dgm:t>
        <a:bodyPr/>
        <a:lstStyle/>
        <a:p>
          <a:endParaRPr lang="fr-FR"/>
        </a:p>
      </dgm:t>
    </dgm:pt>
    <dgm:pt modelId="{D75E86B9-1106-4687-B54C-9ACA060BD7E0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Diagramme DBB/IDB</a:t>
          </a:r>
        </a:p>
      </dgm:t>
    </dgm:pt>
    <dgm:pt modelId="{CD7E87D9-DC9B-40D3-80E9-BD9EE61EDC38}" type="parTrans" cxnId="{ED99E149-3AE0-4943-85F6-B7506B5236EC}">
      <dgm:prSet/>
      <dgm:spPr/>
      <dgm:t>
        <a:bodyPr/>
        <a:lstStyle/>
        <a:p>
          <a:endParaRPr lang="fr-FR"/>
        </a:p>
      </dgm:t>
    </dgm:pt>
    <dgm:pt modelId="{CCF0FB3F-18F3-4E60-9C5A-24D509B184CA}" type="sibTrans" cxnId="{ED99E149-3AE0-4943-85F6-B7506B5236EC}">
      <dgm:prSet/>
      <dgm:spPr/>
      <dgm:t>
        <a:bodyPr/>
        <a:lstStyle/>
        <a:p>
          <a:endParaRPr lang="fr-FR"/>
        </a:p>
      </dgm:t>
    </dgm:pt>
    <dgm:pt modelId="{5B8BC534-517D-456B-AC8A-5BBAE2BCBE11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Schéma structurel</a:t>
          </a:r>
        </a:p>
      </dgm:t>
    </dgm:pt>
    <dgm:pt modelId="{D6BA0BC3-EA84-421F-BACA-0EDA99F1DED7}" type="parTrans" cxnId="{E56E32DB-A4DF-4FD7-843E-776F336F00F0}">
      <dgm:prSet/>
      <dgm:spPr/>
      <dgm:t>
        <a:bodyPr/>
        <a:lstStyle/>
        <a:p>
          <a:endParaRPr lang="fr-FR"/>
        </a:p>
      </dgm:t>
    </dgm:pt>
    <dgm:pt modelId="{AEE3D0F1-6441-4005-9CA5-9CE55AC2B144}" type="sibTrans" cxnId="{E56E32DB-A4DF-4FD7-843E-776F336F00F0}">
      <dgm:prSet/>
      <dgm:spPr/>
      <dgm:t>
        <a:bodyPr/>
        <a:lstStyle/>
        <a:p>
          <a:endParaRPr lang="fr-FR"/>
        </a:p>
      </dgm:t>
    </dgm:pt>
    <dgm:pt modelId="{AE3FE40F-6D37-4CE7-82AA-58D2D47E1B7D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Présentation Code</a:t>
          </a:r>
        </a:p>
      </dgm:t>
    </dgm:pt>
    <dgm:pt modelId="{27BCBFEA-3DCB-411B-945E-4179D4F2B979}" type="parTrans" cxnId="{66552F47-6A7E-4D4B-BC10-0EBC8CF424ED}">
      <dgm:prSet/>
      <dgm:spPr/>
      <dgm:t>
        <a:bodyPr/>
        <a:lstStyle/>
        <a:p>
          <a:endParaRPr lang="fr-FR"/>
        </a:p>
      </dgm:t>
    </dgm:pt>
    <dgm:pt modelId="{02D5FC31-D860-4326-BC07-C4602F01086E}" type="sibTrans" cxnId="{66552F47-6A7E-4D4B-BC10-0EBC8CF424ED}">
      <dgm:prSet/>
      <dgm:spPr/>
      <dgm:t>
        <a:bodyPr/>
        <a:lstStyle/>
        <a:p>
          <a:endParaRPr lang="fr-FR"/>
        </a:p>
      </dgm:t>
    </dgm:pt>
    <dgm:pt modelId="{3AD4B02F-06C7-478A-9033-A7DA27CD5BB8}">
      <dgm:prSet phldrT="[Texte]"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Présentation du projet </a:t>
          </a:r>
          <a:endParaRPr lang="fr-FR" noProof="0" dirty="0"/>
        </a:p>
      </dgm:t>
    </dgm:pt>
    <dgm:pt modelId="{13096D75-DB2D-4AFE-9AA9-7888F6670E43}" type="parTrans" cxnId="{828B8F36-3BF2-4F9E-A69E-4734C63F1CEA}">
      <dgm:prSet/>
      <dgm:spPr/>
      <dgm:t>
        <a:bodyPr/>
        <a:lstStyle/>
        <a:p>
          <a:endParaRPr lang="fr-FR"/>
        </a:p>
      </dgm:t>
    </dgm:pt>
    <dgm:pt modelId="{8B9E247B-EE36-4D97-BFD0-19EF0B8383AB}" type="sibTrans" cxnId="{828B8F36-3BF2-4F9E-A69E-4734C63F1CEA}">
      <dgm:prSet/>
      <dgm:spPr/>
      <dgm:t>
        <a:bodyPr/>
        <a:lstStyle/>
        <a:p>
          <a:endParaRPr lang="fr-FR"/>
        </a:p>
      </dgm:t>
    </dgm:pt>
    <dgm:pt modelId="{9CCD7480-A788-485B-A7C7-996323A460BE}" type="pres">
      <dgm:prSet presAssocID="{3860E309-E46B-4561-B909-4FF6924FEDF5}" presName="linearFlow" presStyleCnt="0">
        <dgm:presLayoutVars>
          <dgm:dir/>
          <dgm:animLvl val="lvl"/>
          <dgm:resizeHandles val="exact"/>
        </dgm:presLayoutVars>
      </dgm:prSet>
      <dgm:spPr/>
    </dgm:pt>
    <dgm:pt modelId="{24380F66-B14A-4110-9324-6D274B263A0A}" type="pres">
      <dgm:prSet presAssocID="{9A4B82F7-20DD-4927-9685-1311B17566C6}" presName="composite" presStyleCnt="0"/>
      <dgm:spPr/>
    </dgm:pt>
    <dgm:pt modelId="{4F7B53BF-974A-4E33-B974-F9B55025CFD5}" type="pres">
      <dgm:prSet presAssocID="{9A4B82F7-20DD-4927-9685-1311B17566C6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4CC66876-BB59-4268-AD33-C76678E5C0E6}" type="pres">
      <dgm:prSet presAssocID="{9A4B82F7-20DD-4927-9685-1311B17566C6}" presName="descendantText" presStyleLbl="alignAcc1" presStyleIdx="0" presStyleCnt="6">
        <dgm:presLayoutVars>
          <dgm:bulletEnabled val="1"/>
        </dgm:presLayoutVars>
      </dgm:prSet>
      <dgm:spPr/>
    </dgm:pt>
    <dgm:pt modelId="{2903208E-613E-4895-9CEA-6283D74C5664}" type="pres">
      <dgm:prSet presAssocID="{6511AFAE-373F-40A2-8E29-241ECF19D1A9}" presName="sp" presStyleCnt="0"/>
      <dgm:spPr/>
    </dgm:pt>
    <dgm:pt modelId="{FD0BB3CF-46A3-491C-ACB9-3B50E872D653}" type="pres">
      <dgm:prSet presAssocID="{41AF510F-0E2A-497E-B96A-D096DB7B897B}" presName="composite" presStyleCnt="0"/>
      <dgm:spPr/>
    </dgm:pt>
    <dgm:pt modelId="{85D68C3E-6771-4219-A862-BAB728749628}" type="pres">
      <dgm:prSet presAssocID="{41AF510F-0E2A-497E-B96A-D096DB7B897B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583C73D5-02F0-4DC8-88FF-F7CAC2DA1255}" type="pres">
      <dgm:prSet presAssocID="{41AF510F-0E2A-497E-B96A-D096DB7B897B}" presName="descendantText" presStyleLbl="alignAcc1" presStyleIdx="1" presStyleCnt="6">
        <dgm:presLayoutVars>
          <dgm:bulletEnabled val="1"/>
        </dgm:presLayoutVars>
      </dgm:prSet>
      <dgm:spPr/>
    </dgm:pt>
    <dgm:pt modelId="{B6580AEE-40C8-4703-96F2-D7A2370C826F}" type="pres">
      <dgm:prSet presAssocID="{9BE5C8F3-90CE-4DA3-A9B8-B545A624CD7B}" presName="sp" presStyleCnt="0"/>
      <dgm:spPr/>
    </dgm:pt>
    <dgm:pt modelId="{AFDCB583-1F6A-4EFF-B8A4-33FAB4496E71}" type="pres">
      <dgm:prSet presAssocID="{CA97FC3A-28E3-497A-89F0-674AE9B28772}" presName="composite" presStyleCnt="0"/>
      <dgm:spPr/>
    </dgm:pt>
    <dgm:pt modelId="{7199188C-DC2B-40CA-AD5C-6B1E21E36DA8}" type="pres">
      <dgm:prSet presAssocID="{CA97FC3A-28E3-497A-89F0-674AE9B28772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81E620A8-7087-4DE6-8945-F8F4524096C5}" type="pres">
      <dgm:prSet presAssocID="{CA97FC3A-28E3-497A-89F0-674AE9B28772}" presName="descendantText" presStyleLbl="alignAcc1" presStyleIdx="2" presStyleCnt="6">
        <dgm:presLayoutVars>
          <dgm:bulletEnabled val="1"/>
        </dgm:presLayoutVars>
      </dgm:prSet>
      <dgm:spPr/>
    </dgm:pt>
    <dgm:pt modelId="{C3954F64-15BC-4DBB-B7E4-DE834B037A2D}" type="pres">
      <dgm:prSet presAssocID="{9F140BDB-4D9D-4125-B754-9853E0643BF1}" presName="sp" presStyleCnt="0"/>
      <dgm:spPr/>
    </dgm:pt>
    <dgm:pt modelId="{71ECED78-FB94-4EA9-BA18-EDA3BD3D7FAE}" type="pres">
      <dgm:prSet presAssocID="{1AB51A45-AE06-45E7-A9DA-55C8BB5E70C0}" presName="composite" presStyleCnt="0"/>
      <dgm:spPr/>
    </dgm:pt>
    <dgm:pt modelId="{DFCB1099-4FB7-4074-A838-6779C9B3B800}" type="pres">
      <dgm:prSet presAssocID="{1AB51A45-AE06-45E7-A9DA-55C8BB5E70C0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3712D431-A335-40E6-A6DB-8ADAAB5AE842}" type="pres">
      <dgm:prSet presAssocID="{1AB51A45-AE06-45E7-A9DA-55C8BB5E70C0}" presName="descendantText" presStyleLbl="alignAcc1" presStyleIdx="3" presStyleCnt="6">
        <dgm:presLayoutVars>
          <dgm:bulletEnabled val="1"/>
        </dgm:presLayoutVars>
      </dgm:prSet>
      <dgm:spPr/>
    </dgm:pt>
    <dgm:pt modelId="{3D8D10E9-FD53-41AA-92F8-94EFC3D799E5}" type="pres">
      <dgm:prSet presAssocID="{0249C822-23DC-4C42-92C4-B7A15267ACB8}" presName="sp" presStyleCnt="0"/>
      <dgm:spPr/>
    </dgm:pt>
    <dgm:pt modelId="{55EAD5BF-9FD0-4547-B720-A7814F6DF41F}" type="pres">
      <dgm:prSet presAssocID="{5E56B461-80CE-47F5-9E1A-2908253755CE}" presName="composite" presStyleCnt="0"/>
      <dgm:spPr/>
    </dgm:pt>
    <dgm:pt modelId="{1094D08A-160E-4BD7-A08B-A02A201CD109}" type="pres">
      <dgm:prSet presAssocID="{5E56B461-80CE-47F5-9E1A-2908253755CE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CFC3C98C-C5D0-4727-9F52-9067E98665F3}" type="pres">
      <dgm:prSet presAssocID="{5E56B461-80CE-47F5-9E1A-2908253755CE}" presName="descendantText" presStyleLbl="alignAcc1" presStyleIdx="4" presStyleCnt="6">
        <dgm:presLayoutVars>
          <dgm:bulletEnabled val="1"/>
        </dgm:presLayoutVars>
      </dgm:prSet>
      <dgm:spPr/>
    </dgm:pt>
    <dgm:pt modelId="{2DA88BDB-337D-4910-BB35-AACA848900D8}" type="pres">
      <dgm:prSet presAssocID="{31B035F2-09B4-4852-8CEF-B9454DF0D187}" presName="sp" presStyleCnt="0"/>
      <dgm:spPr/>
    </dgm:pt>
    <dgm:pt modelId="{46BE3BB0-CAC1-4F2C-9F82-C36BC7A729B6}" type="pres">
      <dgm:prSet presAssocID="{3B7A4F27-044A-4F77-B019-6AE33623D025}" presName="composite" presStyleCnt="0"/>
      <dgm:spPr/>
    </dgm:pt>
    <dgm:pt modelId="{907DC850-420F-4D4E-986D-D9B5C077FD8C}" type="pres">
      <dgm:prSet presAssocID="{3B7A4F27-044A-4F77-B019-6AE33623D025}" presName="parentText" presStyleLbl="alignNode1" presStyleIdx="5" presStyleCnt="6">
        <dgm:presLayoutVars>
          <dgm:chMax val="1"/>
          <dgm:bulletEnabled val="1"/>
        </dgm:presLayoutVars>
      </dgm:prSet>
      <dgm:spPr/>
    </dgm:pt>
    <dgm:pt modelId="{B885420A-5D69-479F-8A98-6B094291C571}" type="pres">
      <dgm:prSet presAssocID="{3B7A4F27-044A-4F77-B019-6AE33623D025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27A21716-01CC-4F1D-AB3E-0D8709EEE344}" type="presOf" srcId="{4978F275-FB8D-42F2-B9B0-7283179DDFE9}" destId="{81E620A8-7087-4DE6-8945-F8F4524096C5}" srcOrd="0" destOrd="0" presId="urn:microsoft.com/office/officeart/2005/8/layout/chevron2"/>
    <dgm:cxn modelId="{6BA6D51A-9CCF-4326-86CE-90C26841322C}" srcId="{CA97FC3A-28E3-497A-89F0-674AE9B28772}" destId="{4978F275-FB8D-42F2-B9B0-7283179DDFE9}" srcOrd="0" destOrd="0" parTransId="{59CB097A-8692-4280-B214-93FFD425D5D4}" sibTransId="{B2F61661-882D-488B-B0CC-E7D8ACC63697}"/>
    <dgm:cxn modelId="{D517671C-EC80-4CA7-9941-EE51C48A5FC2}" type="presOf" srcId="{1AB51A45-AE06-45E7-A9DA-55C8BB5E70C0}" destId="{DFCB1099-4FB7-4074-A838-6779C9B3B800}" srcOrd="0" destOrd="0" presId="urn:microsoft.com/office/officeart/2005/8/layout/chevron2"/>
    <dgm:cxn modelId="{828B8F36-3BF2-4F9E-A69E-4734C63F1CEA}" srcId="{9A4B82F7-20DD-4927-9685-1311B17566C6}" destId="{3AD4B02F-06C7-478A-9033-A7DA27CD5BB8}" srcOrd="0" destOrd="0" parTransId="{13096D75-DB2D-4AFE-9AA9-7888F6670E43}" sibTransId="{8B9E247B-EE36-4D97-BFD0-19EF0B8383AB}"/>
    <dgm:cxn modelId="{66552F47-6A7E-4D4B-BC10-0EBC8CF424ED}" srcId="{3B7A4F27-044A-4F77-B019-6AE33623D025}" destId="{AE3FE40F-6D37-4CE7-82AA-58D2D47E1B7D}" srcOrd="0" destOrd="0" parTransId="{27BCBFEA-3DCB-411B-945E-4179D4F2B979}" sibTransId="{02D5FC31-D860-4326-BC07-C4602F01086E}"/>
    <dgm:cxn modelId="{ED99E149-3AE0-4943-85F6-B7506B5236EC}" srcId="{1AB51A45-AE06-45E7-A9DA-55C8BB5E70C0}" destId="{D75E86B9-1106-4687-B54C-9ACA060BD7E0}" srcOrd="0" destOrd="0" parTransId="{CD7E87D9-DC9B-40D3-80E9-BD9EE61EDC38}" sibTransId="{CCF0FB3F-18F3-4E60-9C5A-24D509B184CA}"/>
    <dgm:cxn modelId="{5D6C686E-7BDC-43B8-B486-81E35F267354}" type="presOf" srcId="{9A4B82F7-20DD-4927-9685-1311B17566C6}" destId="{4F7B53BF-974A-4E33-B974-F9B55025CFD5}" srcOrd="0" destOrd="0" presId="urn:microsoft.com/office/officeart/2005/8/layout/chevron2"/>
    <dgm:cxn modelId="{B5F45870-6555-4FDC-ABAF-6A957C0022F2}" type="presOf" srcId="{5B8BC534-517D-456B-AC8A-5BBAE2BCBE11}" destId="{CFC3C98C-C5D0-4727-9F52-9067E98665F3}" srcOrd="0" destOrd="0" presId="urn:microsoft.com/office/officeart/2005/8/layout/chevron2"/>
    <dgm:cxn modelId="{8E416572-77D4-430A-9FD8-F7A5280D4A1D}" srcId="{41AF510F-0E2A-497E-B96A-D096DB7B897B}" destId="{B3BD7BB8-7B64-44B4-AC59-EED3EE38585C}" srcOrd="0" destOrd="0" parTransId="{9C56B312-61F8-40B3-B9E3-18976627A821}" sibTransId="{446EB4E8-4B81-4CD2-B1F3-B556AD0E73AF}"/>
    <dgm:cxn modelId="{3195A47E-B644-45C2-8B52-BAF3D3B9B804}" type="presOf" srcId="{41AF510F-0E2A-497E-B96A-D096DB7B897B}" destId="{85D68C3E-6771-4219-A862-BAB728749628}" srcOrd="0" destOrd="0" presId="urn:microsoft.com/office/officeart/2005/8/layout/chevron2"/>
    <dgm:cxn modelId="{9FCDE482-AD20-4EA1-B5D4-F8479C4C3218}" type="presOf" srcId="{3AD4B02F-06C7-478A-9033-A7DA27CD5BB8}" destId="{4CC66876-BB59-4268-AD33-C76678E5C0E6}" srcOrd="0" destOrd="0" presId="urn:microsoft.com/office/officeart/2005/8/layout/chevron2"/>
    <dgm:cxn modelId="{35B6E689-68E6-42E9-A394-12E109B8EE2C}" type="presOf" srcId="{5E56B461-80CE-47F5-9E1A-2908253755CE}" destId="{1094D08A-160E-4BD7-A08B-A02A201CD109}" srcOrd="0" destOrd="0" presId="urn:microsoft.com/office/officeart/2005/8/layout/chevron2"/>
    <dgm:cxn modelId="{8300848C-F089-42C1-890A-91BC754D7BFD}" srcId="{3860E309-E46B-4561-B909-4FF6924FEDF5}" destId="{41AF510F-0E2A-497E-B96A-D096DB7B897B}" srcOrd="1" destOrd="0" parTransId="{97A84C0C-1E89-41FC-8C39-C5FEB3A33632}" sibTransId="{9BE5C8F3-90CE-4DA3-A9B8-B545A624CD7B}"/>
    <dgm:cxn modelId="{A8FCA98C-6E9E-4C5B-BC4A-E48D067506AC}" srcId="{3860E309-E46B-4561-B909-4FF6924FEDF5}" destId="{3B7A4F27-044A-4F77-B019-6AE33623D025}" srcOrd="5" destOrd="0" parTransId="{A56C5ABC-1638-40FD-9B45-2CD7FFA9A8FB}" sibTransId="{5CBB1690-D7D9-4D72-8D90-06D2EA6AE53E}"/>
    <dgm:cxn modelId="{12256198-527C-48AF-9AAD-7B7DE0B3CC46}" type="presOf" srcId="{CA97FC3A-28E3-497A-89F0-674AE9B28772}" destId="{7199188C-DC2B-40CA-AD5C-6B1E21E36DA8}" srcOrd="0" destOrd="0" presId="urn:microsoft.com/office/officeart/2005/8/layout/chevron2"/>
    <dgm:cxn modelId="{2F53A09A-3E95-4BB2-B2EE-4E0181B217FE}" type="presOf" srcId="{3860E309-E46B-4561-B909-4FF6924FEDF5}" destId="{9CCD7480-A788-485B-A7C7-996323A460BE}" srcOrd="0" destOrd="0" presId="urn:microsoft.com/office/officeart/2005/8/layout/chevron2"/>
    <dgm:cxn modelId="{2FFA709F-7262-4777-A9CC-FBC4D2CD8538}" srcId="{3860E309-E46B-4561-B909-4FF6924FEDF5}" destId="{CA97FC3A-28E3-497A-89F0-674AE9B28772}" srcOrd="2" destOrd="0" parTransId="{79D73070-6C17-4429-8E6B-F2D5AAC07CE6}" sibTransId="{9F140BDB-4D9D-4125-B754-9853E0643BF1}"/>
    <dgm:cxn modelId="{FA9145AB-68A5-4A07-93C6-489E6FD8B347}" type="presOf" srcId="{3B7A4F27-044A-4F77-B019-6AE33623D025}" destId="{907DC850-420F-4D4E-986D-D9B5C077FD8C}" srcOrd="0" destOrd="0" presId="urn:microsoft.com/office/officeart/2005/8/layout/chevron2"/>
    <dgm:cxn modelId="{3D459CC4-0FDF-4963-80EA-5F2CE88B1DCC}" srcId="{3860E309-E46B-4561-B909-4FF6924FEDF5}" destId="{9A4B82F7-20DD-4927-9685-1311B17566C6}" srcOrd="0" destOrd="0" parTransId="{0E839D74-58F4-422E-A89D-CB6E75682174}" sibTransId="{6511AFAE-373F-40A2-8E29-241ECF19D1A9}"/>
    <dgm:cxn modelId="{E56E32DB-A4DF-4FD7-843E-776F336F00F0}" srcId="{5E56B461-80CE-47F5-9E1A-2908253755CE}" destId="{5B8BC534-517D-456B-AC8A-5BBAE2BCBE11}" srcOrd="0" destOrd="0" parTransId="{D6BA0BC3-EA84-421F-BACA-0EDA99F1DED7}" sibTransId="{AEE3D0F1-6441-4005-9CA5-9CE55AC2B144}"/>
    <dgm:cxn modelId="{9996E1E7-E56F-49F5-B7B7-0253A6F5A389}" srcId="{3860E309-E46B-4561-B909-4FF6924FEDF5}" destId="{1AB51A45-AE06-45E7-A9DA-55C8BB5E70C0}" srcOrd="3" destOrd="0" parTransId="{6FA49F44-6D75-4CC5-9141-D24C17539DD9}" sibTransId="{0249C822-23DC-4C42-92C4-B7A15267ACB8}"/>
    <dgm:cxn modelId="{BE9E3FEB-3117-4E6F-8ED2-A95AA31ECDCF}" type="presOf" srcId="{B3BD7BB8-7B64-44B4-AC59-EED3EE38585C}" destId="{583C73D5-02F0-4DC8-88FF-F7CAC2DA1255}" srcOrd="0" destOrd="0" presId="urn:microsoft.com/office/officeart/2005/8/layout/chevron2"/>
    <dgm:cxn modelId="{7FA282F6-3B8A-4718-860A-4433C5ED5B58}" type="presOf" srcId="{D75E86B9-1106-4687-B54C-9ACA060BD7E0}" destId="{3712D431-A335-40E6-A6DB-8ADAAB5AE842}" srcOrd="0" destOrd="0" presId="urn:microsoft.com/office/officeart/2005/8/layout/chevron2"/>
    <dgm:cxn modelId="{BF8099F8-FC14-4F14-8659-502956B207AF}" srcId="{3860E309-E46B-4561-B909-4FF6924FEDF5}" destId="{5E56B461-80CE-47F5-9E1A-2908253755CE}" srcOrd="4" destOrd="0" parTransId="{33E3791D-1B83-4D54-AD9E-58C3DF9E319C}" sibTransId="{31B035F2-09B4-4852-8CEF-B9454DF0D187}"/>
    <dgm:cxn modelId="{EF1220FC-7998-4006-A3D9-34BD8D12EFF9}" type="presOf" srcId="{AE3FE40F-6D37-4CE7-82AA-58D2D47E1B7D}" destId="{B885420A-5D69-479F-8A98-6B094291C571}" srcOrd="0" destOrd="0" presId="urn:microsoft.com/office/officeart/2005/8/layout/chevron2"/>
    <dgm:cxn modelId="{B1FC1F9B-D522-4938-8175-5B402D4EAA77}" type="presParOf" srcId="{9CCD7480-A788-485B-A7C7-996323A460BE}" destId="{24380F66-B14A-4110-9324-6D274B263A0A}" srcOrd="0" destOrd="0" presId="urn:microsoft.com/office/officeart/2005/8/layout/chevron2"/>
    <dgm:cxn modelId="{7C8EE449-0173-42C6-AE10-3AB19C129A34}" type="presParOf" srcId="{24380F66-B14A-4110-9324-6D274B263A0A}" destId="{4F7B53BF-974A-4E33-B974-F9B55025CFD5}" srcOrd="0" destOrd="0" presId="urn:microsoft.com/office/officeart/2005/8/layout/chevron2"/>
    <dgm:cxn modelId="{B2DE8F66-6E6A-4C7C-AB72-1445485F55F2}" type="presParOf" srcId="{24380F66-B14A-4110-9324-6D274B263A0A}" destId="{4CC66876-BB59-4268-AD33-C76678E5C0E6}" srcOrd="1" destOrd="0" presId="urn:microsoft.com/office/officeart/2005/8/layout/chevron2"/>
    <dgm:cxn modelId="{55D42A18-DBEF-48FD-B214-A7B168FE69AD}" type="presParOf" srcId="{9CCD7480-A788-485B-A7C7-996323A460BE}" destId="{2903208E-613E-4895-9CEA-6283D74C5664}" srcOrd="1" destOrd="0" presId="urn:microsoft.com/office/officeart/2005/8/layout/chevron2"/>
    <dgm:cxn modelId="{E08B6727-2932-4F7A-90A5-8E844B22122A}" type="presParOf" srcId="{9CCD7480-A788-485B-A7C7-996323A460BE}" destId="{FD0BB3CF-46A3-491C-ACB9-3B50E872D653}" srcOrd="2" destOrd="0" presId="urn:microsoft.com/office/officeart/2005/8/layout/chevron2"/>
    <dgm:cxn modelId="{8C81D01D-2C38-44D7-81C9-D573B212146E}" type="presParOf" srcId="{FD0BB3CF-46A3-491C-ACB9-3B50E872D653}" destId="{85D68C3E-6771-4219-A862-BAB728749628}" srcOrd="0" destOrd="0" presId="urn:microsoft.com/office/officeart/2005/8/layout/chevron2"/>
    <dgm:cxn modelId="{20CBDE64-D76C-4FE0-A3A5-2D01F5C396F4}" type="presParOf" srcId="{FD0BB3CF-46A3-491C-ACB9-3B50E872D653}" destId="{583C73D5-02F0-4DC8-88FF-F7CAC2DA1255}" srcOrd="1" destOrd="0" presId="urn:microsoft.com/office/officeart/2005/8/layout/chevron2"/>
    <dgm:cxn modelId="{94C61108-2B14-4CCB-AC5B-8ABC3FD6AC3E}" type="presParOf" srcId="{9CCD7480-A788-485B-A7C7-996323A460BE}" destId="{B6580AEE-40C8-4703-96F2-D7A2370C826F}" srcOrd="3" destOrd="0" presId="urn:microsoft.com/office/officeart/2005/8/layout/chevron2"/>
    <dgm:cxn modelId="{87796F93-221F-43F0-8AD5-C8CEFF87FE59}" type="presParOf" srcId="{9CCD7480-A788-485B-A7C7-996323A460BE}" destId="{AFDCB583-1F6A-4EFF-B8A4-33FAB4496E71}" srcOrd="4" destOrd="0" presId="urn:microsoft.com/office/officeart/2005/8/layout/chevron2"/>
    <dgm:cxn modelId="{AE29A0C4-D11C-4574-9D06-23D73D28F6D7}" type="presParOf" srcId="{AFDCB583-1F6A-4EFF-B8A4-33FAB4496E71}" destId="{7199188C-DC2B-40CA-AD5C-6B1E21E36DA8}" srcOrd="0" destOrd="0" presId="urn:microsoft.com/office/officeart/2005/8/layout/chevron2"/>
    <dgm:cxn modelId="{A188AB19-4B52-468C-B4D9-E88DDA93BD25}" type="presParOf" srcId="{AFDCB583-1F6A-4EFF-B8A4-33FAB4496E71}" destId="{81E620A8-7087-4DE6-8945-F8F4524096C5}" srcOrd="1" destOrd="0" presId="urn:microsoft.com/office/officeart/2005/8/layout/chevron2"/>
    <dgm:cxn modelId="{75A98406-45F9-4B9B-8066-69681D69A9D6}" type="presParOf" srcId="{9CCD7480-A788-485B-A7C7-996323A460BE}" destId="{C3954F64-15BC-4DBB-B7E4-DE834B037A2D}" srcOrd="5" destOrd="0" presId="urn:microsoft.com/office/officeart/2005/8/layout/chevron2"/>
    <dgm:cxn modelId="{5271F7F3-7ECD-456F-8512-6A0BF84CC288}" type="presParOf" srcId="{9CCD7480-A788-485B-A7C7-996323A460BE}" destId="{71ECED78-FB94-4EA9-BA18-EDA3BD3D7FAE}" srcOrd="6" destOrd="0" presId="urn:microsoft.com/office/officeart/2005/8/layout/chevron2"/>
    <dgm:cxn modelId="{167CFD86-A7BA-4250-8BBE-78FF5970B051}" type="presParOf" srcId="{71ECED78-FB94-4EA9-BA18-EDA3BD3D7FAE}" destId="{DFCB1099-4FB7-4074-A838-6779C9B3B800}" srcOrd="0" destOrd="0" presId="urn:microsoft.com/office/officeart/2005/8/layout/chevron2"/>
    <dgm:cxn modelId="{F51F946D-AA7C-4569-8C3C-0ED0332C58D2}" type="presParOf" srcId="{71ECED78-FB94-4EA9-BA18-EDA3BD3D7FAE}" destId="{3712D431-A335-40E6-A6DB-8ADAAB5AE842}" srcOrd="1" destOrd="0" presId="urn:microsoft.com/office/officeart/2005/8/layout/chevron2"/>
    <dgm:cxn modelId="{A8C197C3-1379-4D3D-8F16-8855C1A395A1}" type="presParOf" srcId="{9CCD7480-A788-485B-A7C7-996323A460BE}" destId="{3D8D10E9-FD53-41AA-92F8-94EFC3D799E5}" srcOrd="7" destOrd="0" presId="urn:microsoft.com/office/officeart/2005/8/layout/chevron2"/>
    <dgm:cxn modelId="{19289568-5351-4C93-99DD-EE62E7FAD619}" type="presParOf" srcId="{9CCD7480-A788-485B-A7C7-996323A460BE}" destId="{55EAD5BF-9FD0-4547-B720-A7814F6DF41F}" srcOrd="8" destOrd="0" presId="urn:microsoft.com/office/officeart/2005/8/layout/chevron2"/>
    <dgm:cxn modelId="{41F13577-ABD9-4F2B-A335-258EE33DBBC1}" type="presParOf" srcId="{55EAD5BF-9FD0-4547-B720-A7814F6DF41F}" destId="{1094D08A-160E-4BD7-A08B-A02A201CD109}" srcOrd="0" destOrd="0" presId="urn:microsoft.com/office/officeart/2005/8/layout/chevron2"/>
    <dgm:cxn modelId="{A5F20445-913E-450B-B224-8704E5F24B57}" type="presParOf" srcId="{55EAD5BF-9FD0-4547-B720-A7814F6DF41F}" destId="{CFC3C98C-C5D0-4727-9F52-9067E98665F3}" srcOrd="1" destOrd="0" presId="urn:microsoft.com/office/officeart/2005/8/layout/chevron2"/>
    <dgm:cxn modelId="{4853E0FE-570F-4A37-BE7E-15BB8C802F1D}" type="presParOf" srcId="{9CCD7480-A788-485B-A7C7-996323A460BE}" destId="{2DA88BDB-337D-4910-BB35-AACA848900D8}" srcOrd="9" destOrd="0" presId="urn:microsoft.com/office/officeart/2005/8/layout/chevron2"/>
    <dgm:cxn modelId="{D643152A-0E44-4084-9C4C-4815A58724BE}" type="presParOf" srcId="{9CCD7480-A788-485B-A7C7-996323A460BE}" destId="{46BE3BB0-CAC1-4F2C-9F82-C36BC7A729B6}" srcOrd="10" destOrd="0" presId="urn:microsoft.com/office/officeart/2005/8/layout/chevron2"/>
    <dgm:cxn modelId="{3B6C5850-6359-43DC-AF74-A63E58738144}" type="presParOf" srcId="{46BE3BB0-CAC1-4F2C-9F82-C36BC7A729B6}" destId="{907DC850-420F-4D4E-986D-D9B5C077FD8C}" srcOrd="0" destOrd="0" presId="urn:microsoft.com/office/officeart/2005/8/layout/chevron2"/>
    <dgm:cxn modelId="{31E032A8-B53B-47A6-ACE5-0E0AA1419D22}" type="presParOf" srcId="{46BE3BB0-CAC1-4F2C-9F82-C36BC7A729B6}" destId="{B885420A-5D69-479F-8A98-6B094291C57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98871D-8E64-4224-9014-AA62A17E015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9FB62DF2-AC85-4491-B89A-848A93AB0A57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2400" b="1" kern="1200" noProof="0" dirty="0">
              <a:effectLst/>
            </a:rPr>
            <a:t>Arduino nano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33</a:t>
          </a:r>
          <a:r>
            <a:rPr lang="fr-FR" sz="2400" b="1" kern="1200" noProof="0" dirty="0">
              <a:effectLst/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iot</a:t>
          </a:r>
          <a:endParaRPr lang="fr-FR" sz="2400" b="1" kern="1200" dirty="0">
            <a:solidFill>
              <a:prstClr val="white"/>
            </a:solidFill>
            <a:effectLst/>
            <a:latin typeface="Century Gothic" panose="020B0502020202020204"/>
            <a:ea typeface="+mn-ea"/>
            <a:cs typeface="+mn-cs"/>
          </a:endParaRPr>
        </a:p>
      </dgm:t>
    </dgm:pt>
    <dgm:pt modelId="{8E0AEF32-3827-4FF3-837B-D093CF320C39}" type="parTrans" cxnId="{14BEBBF9-0122-445E-AEF6-DCF7B96754B5}">
      <dgm:prSet/>
      <dgm:spPr/>
      <dgm:t>
        <a:bodyPr/>
        <a:lstStyle/>
        <a:p>
          <a:endParaRPr lang="fr-FR"/>
        </a:p>
      </dgm:t>
    </dgm:pt>
    <dgm:pt modelId="{41445EF7-257F-4E8F-BD1E-6909EC241222}" type="sibTrans" cxnId="{14BEBBF9-0122-445E-AEF6-DCF7B96754B5}">
      <dgm:prSet/>
      <dgm:spPr/>
      <dgm:t>
        <a:bodyPr/>
        <a:lstStyle/>
        <a:p>
          <a:endParaRPr lang="fr-FR"/>
        </a:p>
      </dgm:t>
    </dgm:pt>
    <dgm:pt modelId="{CF558C86-0488-459C-80C3-6D2529CDC538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Eth Wiz Click</a:t>
          </a:r>
        </a:p>
      </dgm:t>
    </dgm:pt>
    <dgm:pt modelId="{18D7EB86-972F-46C3-BE9E-8C0E871F2480}" type="parTrans" cxnId="{DCBB74E0-A55C-4BC6-97CA-D2C0C9FA1DBF}">
      <dgm:prSet/>
      <dgm:spPr/>
      <dgm:t>
        <a:bodyPr/>
        <a:lstStyle/>
        <a:p>
          <a:endParaRPr lang="fr-FR"/>
        </a:p>
      </dgm:t>
    </dgm:pt>
    <dgm:pt modelId="{979F2526-7F3B-4184-A30F-7ED9B4C67836}" type="sibTrans" cxnId="{DCBB74E0-A55C-4BC6-97CA-D2C0C9FA1DBF}">
      <dgm:prSet/>
      <dgm:spPr/>
      <dgm:t>
        <a:bodyPr/>
        <a:lstStyle/>
        <a:p>
          <a:endParaRPr lang="fr-FR"/>
        </a:p>
      </dgm:t>
    </dgm:pt>
    <dgm:pt modelId="{06E05E08-6869-4D0F-ACCC-ED6F4D86FD8A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Ecran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OLED</a:t>
          </a:r>
        </a:p>
      </dgm:t>
    </dgm:pt>
    <dgm:pt modelId="{FCFA736F-24FF-4706-8B56-02641E69D8B6}" type="parTrans" cxnId="{7EE46FB5-22EB-4DA5-964E-15FF824ADAEE}">
      <dgm:prSet/>
      <dgm:spPr/>
      <dgm:t>
        <a:bodyPr/>
        <a:lstStyle/>
        <a:p>
          <a:endParaRPr lang="fr-FR"/>
        </a:p>
      </dgm:t>
    </dgm:pt>
    <dgm:pt modelId="{78119D75-82B4-4ECF-870B-153761EE6B2D}" type="sibTrans" cxnId="{7EE46FB5-22EB-4DA5-964E-15FF824ADAEE}">
      <dgm:prSet/>
      <dgm:spPr/>
      <dgm:t>
        <a:bodyPr/>
        <a:lstStyle/>
        <a:p>
          <a:endParaRPr lang="fr-FR"/>
        </a:p>
      </dgm:t>
    </dgm:pt>
    <dgm:pt modelId="{01F24218-4D6F-4195-A22E-BBF6AD01F162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Bouton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poussoir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gm:t>
    </dgm:pt>
    <dgm:pt modelId="{593DAC9D-8D58-4C11-9CCC-94BD030A9B25}" type="parTrans" cxnId="{F195159D-67E7-474D-8A45-2FA56A14790B}">
      <dgm:prSet/>
      <dgm:spPr/>
      <dgm:t>
        <a:bodyPr/>
        <a:lstStyle/>
        <a:p>
          <a:endParaRPr lang="fr-FR"/>
        </a:p>
      </dgm:t>
    </dgm:pt>
    <dgm:pt modelId="{8F624AAE-1CE3-4363-9797-FB8D2BA19BF1}" type="sibTrans" cxnId="{F195159D-67E7-474D-8A45-2FA56A14790B}">
      <dgm:prSet/>
      <dgm:spPr/>
      <dgm:t>
        <a:bodyPr/>
        <a:lstStyle/>
        <a:p>
          <a:endParaRPr lang="fr-FR"/>
        </a:p>
      </dgm:t>
    </dgm:pt>
    <dgm:pt modelId="{5B131A79-1B21-438A-B6D5-6403D8FBF3EB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Interrupteur</a:t>
          </a:r>
        </a:p>
      </dgm:t>
    </dgm:pt>
    <dgm:pt modelId="{C52AB803-FBAE-4FCA-B78D-51EB12886F5B}" type="parTrans" cxnId="{F9E37546-1B77-440F-9143-EEA6BA31A165}">
      <dgm:prSet/>
      <dgm:spPr/>
      <dgm:t>
        <a:bodyPr/>
        <a:lstStyle/>
        <a:p>
          <a:endParaRPr lang="fr-FR"/>
        </a:p>
      </dgm:t>
    </dgm:pt>
    <dgm:pt modelId="{1C940E7D-B8F3-4775-9E2B-7E6B6BFE0B6E}" type="sibTrans" cxnId="{F9E37546-1B77-440F-9143-EEA6BA31A165}">
      <dgm:prSet/>
      <dgm:spPr/>
      <dgm:t>
        <a:bodyPr/>
        <a:lstStyle/>
        <a:p>
          <a:endParaRPr lang="fr-FR"/>
        </a:p>
      </dgm:t>
    </dgm:pt>
    <dgm:pt modelId="{AE8F56BE-47DC-459C-BE11-9FDC33419382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Fiche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Banane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Femelle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gm:t>
    </dgm:pt>
    <dgm:pt modelId="{C39CF3E5-0D27-4818-B5C4-61B00BE42D10}" type="parTrans" cxnId="{3DD97346-1146-4974-8582-8A7A42BED3B5}">
      <dgm:prSet/>
      <dgm:spPr/>
      <dgm:t>
        <a:bodyPr/>
        <a:lstStyle/>
        <a:p>
          <a:endParaRPr lang="fr-FR"/>
        </a:p>
      </dgm:t>
    </dgm:pt>
    <dgm:pt modelId="{90C26465-F9F0-4D42-8CC1-8F6E77F4FB01}" type="sibTrans" cxnId="{3DD97346-1146-4974-8582-8A7A42BED3B5}">
      <dgm:prSet/>
      <dgm:spPr/>
      <dgm:t>
        <a:bodyPr/>
        <a:lstStyle/>
        <a:p>
          <a:endParaRPr lang="fr-FR"/>
        </a:p>
      </dgm:t>
    </dgm:pt>
    <dgm:pt modelId="{DDEE50AA-7E9A-4AAA-A1CD-788DD48C11AE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Connecteur 5264 </a:t>
          </a:r>
          <a:r>
            <a:rPr lang="fr-FR" sz="1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(Panneau Solaire</a:t>
          </a:r>
          <a:r>
            <a:rPr lang="fr-FR" sz="1400" b="1" kern="1200" noProof="0" dirty="0">
              <a:effectLst/>
            </a:rPr>
            <a:t>)</a:t>
          </a:r>
          <a:endParaRPr lang="fr-FR" sz="1050" b="1" kern="1200" noProof="0" dirty="0">
            <a:effectLst/>
          </a:endParaRPr>
        </a:p>
      </dgm:t>
    </dgm:pt>
    <dgm:pt modelId="{BDAFE7FF-795F-4F8B-8310-08581FED6E56}" type="parTrans" cxnId="{595F1081-E42B-406E-876D-706BCF8AA436}">
      <dgm:prSet/>
      <dgm:spPr/>
      <dgm:t>
        <a:bodyPr/>
        <a:lstStyle/>
        <a:p>
          <a:endParaRPr lang="fr-FR"/>
        </a:p>
      </dgm:t>
    </dgm:pt>
    <dgm:pt modelId="{54D87CA6-BFDA-4962-9384-9436FBDEF59A}" type="sibTrans" cxnId="{595F1081-E42B-406E-876D-706BCF8AA436}">
      <dgm:prSet/>
      <dgm:spPr/>
      <dgm:t>
        <a:bodyPr/>
        <a:lstStyle/>
        <a:p>
          <a:endParaRPr lang="fr-FR"/>
        </a:p>
      </dgm:t>
    </dgm:pt>
    <dgm:pt modelId="{C2506562-8CD1-4841-B5AF-EB76E89F1604}" type="pres">
      <dgm:prSet presAssocID="{A398871D-8E64-4224-9014-AA62A17E015E}" presName="linear" presStyleCnt="0">
        <dgm:presLayoutVars>
          <dgm:animLvl val="lvl"/>
          <dgm:resizeHandles val="exact"/>
        </dgm:presLayoutVars>
      </dgm:prSet>
      <dgm:spPr/>
    </dgm:pt>
    <dgm:pt modelId="{88AA554D-BEC0-45B6-B27A-63EA7C1F3266}" type="pres">
      <dgm:prSet presAssocID="{9FB62DF2-AC85-4491-B89A-848A93AB0A5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BCD72FC1-FA16-4ADF-B639-A9B00050552C}" type="pres">
      <dgm:prSet presAssocID="{41445EF7-257F-4E8F-BD1E-6909EC241222}" presName="spacer" presStyleCnt="0"/>
      <dgm:spPr/>
    </dgm:pt>
    <dgm:pt modelId="{5782961D-18FF-4291-8DA2-E1D011E57F1A}" type="pres">
      <dgm:prSet presAssocID="{CF558C86-0488-459C-80C3-6D2529CDC538}" presName="parentText" presStyleLbl="node1" presStyleIdx="1" presStyleCnt="7" custLinFactNeighborY="-918">
        <dgm:presLayoutVars>
          <dgm:chMax val="0"/>
          <dgm:bulletEnabled val="1"/>
        </dgm:presLayoutVars>
      </dgm:prSet>
      <dgm:spPr/>
    </dgm:pt>
    <dgm:pt modelId="{6DCB83C7-0FC7-4B06-A008-858E281E66E8}" type="pres">
      <dgm:prSet presAssocID="{979F2526-7F3B-4184-A30F-7ED9B4C67836}" presName="spacer" presStyleCnt="0"/>
      <dgm:spPr/>
    </dgm:pt>
    <dgm:pt modelId="{3EA315D3-9D34-4D65-86A0-2381F58ECB32}" type="pres">
      <dgm:prSet presAssocID="{06E05E08-6869-4D0F-ACCC-ED6F4D86FD8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0ADDE3B-DF9B-423A-9123-BEE912DE2902}" type="pres">
      <dgm:prSet presAssocID="{78119D75-82B4-4ECF-870B-153761EE6B2D}" presName="spacer" presStyleCnt="0"/>
      <dgm:spPr/>
    </dgm:pt>
    <dgm:pt modelId="{ECFD3739-EC2E-4C44-9486-EF38D6714F68}" type="pres">
      <dgm:prSet presAssocID="{01F24218-4D6F-4195-A22E-BBF6AD01F162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2888B20B-0A62-4832-A6F1-BF441BE415E5}" type="pres">
      <dgm:prSet presAssocID="{8F624AAE-1CE3-4363-9797-FB8D2BA19BF1}" presName="spacer" presStyleCnt="0"/>
      <dgm:spPr/>
    </dgm:pt>
    <dgm:pt modelId="{C14CE47E-43AE-4AEA-B712-26E127FC6EB3}" type="pres">
      <dgm:prSet presAssocID="{5B131A79-1B21-438A-B6D5-6403D8FBF3E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71551E01-A833-4136-BD69-07C70DD5AE5F}" type="pres">
      <dgm:prSet presAssocID="{1C940E7D-B8F3-4775-9E2B-7E6B6BFE0B6E}" presName="spacer" presStyleCnt="0"/>
      <dgm:spPr/>
    </dgm:pt>
    <dgm:pt modelId="{C56CFFAE-25F0-42DE-8C9C-1A75F5687536}" type="pres">
      <dgm:prSet presAssocID="{AE8F56BE-47DC-459C-BE11-9FDC3341938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14CC613-6933-4931-BCB4-2C887ACF001A}" type="pres">
      <dgm:prSet presAssocID="{90C26465-F9F0-4D42-8CC1-8F6E77F4FB01}" presName="spacer" presStyleCnt="0"/>
      <dgm:spPr/>
    </dgm:pt>
    <dgm:pt modelId="{F52BDD7E-47F9-489A-BBC9-039F41C04B24}" type="pres">
      <dgm:prSet presAssocID="{DDEE50AA-7E9A-4AAA-A1CD-788DD48C11AE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8336E07-AA76-4187-9D7D-3C7B5EC5C2BD}" type="presOf" srcId="{01F24218-4D6F-4195-A22E-BBF6AD01F162}" destId="{ECFD3739-EC2E-4C44-9486-EF38D6714F68}" srcOrd="0" destOrd="0" presId="urn:microsoft.com/office/officeart/2005/8/layout/vList2"/>
    <dgm:cxn modelId="{833F920C-622B-4BFA-9085-E67BCDA06A80}" type="presOf" srcId="{9FB62DF2-AC85-4491-B89A-848A93AB0A57}" destId="{88AA554D-BEC0-45B6-B27A-63EA7C1F3266}" srcOrd="0" destOrd="0" presId="urn:microsoft.com/office/officeart/2005/8/layout/vList2"/>
    <dgm:cxn modelId="{7BF78A35-D4D4-417E-AD88-FA2DE3C8D342}" type="presOf" srcId="{A398871D-8E64-4224-9014-AA62A17E015E}" destId="{C2506562-8CD1-4841-B5AF-EB76E89F1604}" srcOrd="0" destOrd="0" presId="urn:microsoft.com/office/officeart/2005/8/layout/vList2"/>
    <dgm:cxn modelId="{3DD97346-1146-4974-8582-8A7A42BED3B5}" srcId="{A398871D-8E64-4224-9014-AA62A17E015E}" destId="{AE8F56BE-47DC-459C-BE11-9FDC33419382}" srcOrd="5" destOrd="0" parTransId="{C39CF3E5-0D27-4818-B5C4-61B00BE42D10}" sibTransId="{90C26465-F9F0-4D42-8CC1-8F6E77F4FB01}"/>
    <dgm:cxn modelId="{F9E37546-1B77-440F-9143-EEA6BA31A165}" srcId="{A398871D-8E64-4224-9014-AA62A17E015E}" destId="{5B131A79-1B21-438A-B6D5-6403D8FBF3EB}" srcOrd="4" destOrd="0" parTransId="{C52AB803-FBAE-4FCA-B78D-51EB12886F5B}" sibTransId="{1C940E7D-B8F3-4775-9E2B-7E6B6BFE0B6E}"/>
    <dgm:cxn modelId="{C654EF7B-FF7A-4FA0-A0D8-6E0BA9872895}" type="presOf" srcId="{CF558C86-0488-459C-80C3-6D2529CDC538}" destId="{5782961D-18FF-4291-8DA2-E1D011E57F1A}" srcOrd="0" destOrd="0" presId="urn:microsoft.com/office/officeart/2005/8/layout/vList2"/>
    <dgm:cxn modelId="{595F1081-E42B-406E-876D-706BCF8AA436}" srcId="{A398871D-8E64-4224-9014-AA62A17E015E}" destId="{DDEE50AA-7E9A-4AAA-A1CD-788DD48C11AE}" srcOrd="6" destOrd="0" parTransId="{BDAFE7FF-795F-4F8B-8310-08581FED6E56}" sibTransId="{54D87CA6-BFDA-4962-9384-9436FBDEF59A}"/>
    <dgm:cxn modelId="{F195159D-67E7-474D-8A45-2FA56A14790B}" srcId="{A398871D-8E64-4224-9014-AA62A17E015E}" destId="{01F24218-4D6F-4195-A22E-BBF6AD01F162}" srcOrd="3" destOrd="0" parTransId="{593DAC9D-8D58-4C11-9CCC-94BD030A9B25}" sibTransId="{8F624AAE-1CE3-4363-9797-FB8D2BA19BF1}"/>
    <dgm:cxn modelId="{48BABFAF-A58C-417F-AE5B-E8A664DF2D21}" type="presOf" srcId="{5B131A79-1B21-438A-B6D5-6403D8FBF3EB}" destId="{C14CE47E-43AE-4AEA-B712-26E127FC6EB3}" srcOrd="0" destOrd="0" presId="urn:microsoft.com/office/officeart/2005/8/layout/vList2"/>
    <dgm:cxn modelId="{B42FEDB2-C316-4F92-ABE9-492049CE07D0}" type="presOf" srcId="{DDEE50AA-7E9A-4AAA-A1CD-788DD48C11AE}" destId="{F52BDD7E-47F9-489A-BBC9-039F41C04B24}" srcOrd="0" destOrd="0" presId="urn:microsoft.com/office/officeart/2005/8/layout/vList2"/>
    <dgm:cxn modelId="{7EE46FB5-22EB-4DA5-964E-15FF824ADAEE}" srcId="{A398871D-8E64-4224-9014-AA62A17E015E}" destId="{06E05E08-6869-4D0F-ACCC-ED6F4D86FD8A}" srcOrd="2" destOrd="0" parTransId="{FCFA736F-24FF-4706-8B56-02641E69D8B6}" sibTransId="{78119D75-82B4-4ECF-870B-153761EE6B2D}"/>
    <dgm:cxn modelId="{ED41B4B9-9E75-4AEE-839B-97B000777276}" type="presOf" srcId="{AE8F56BE-47DC-459C-BE11-9FDC33419382}" destId="{C56CFFAE-25F0-42DE-8C9C-1A75F5687536}" srcOrd="0" destOrd="0" presId="urn:microsoft.com/office/officeart/2005/8/layout/vList2"/>
    <dgm:cxn modelId="{DCBB74E0-A55C-4BC6-97CA-D2C0C9FA1DBF}" srcId="{A398871D-8E64-4224-9014-AA62A17E015E}" destId="{CF558C86-0488-459C-80C3-6D2529CDC538}" srcOrd="1" destOrd="0" parTransId="{18D7EB86-972F-46C3-BE9E-8C0E871F2480}" sibTransId="{979F2526-7F3B-4184-A30F-7ED9B4C67836}"/>
    <dgm:cxn modelId="{6CD7E1F4-AE1B-497B-AC85-56C4DEE2627A}" type="presOf" srcId="{06E05E08-6869-4D0F-ACCC-ED6F4D86FD8A}" destId="{3EA315D3-9D34-4D65-86A0-2381F58ECB32}" srcOrd="0" destOrd="0" presId="urn:microsoft.com/office/officeart/2005/8/layout/vList2"/>
    <dgm:cxn modelId="{14BEBBF9-0122-445E-AEF6-DCF7B96754B5}" srcId="{A398871D-8E64-4224-9014-AA62A17E015E}" destId="{9FB62DF2-AC85-4491-B89A-848A93AB0A57}" srcOrd="0" destOrd="0" parTransId="{8E0AEF32-3827-4FF3-837B-D093CF320C39}" sibTransId="{41445EF7-257F-4E8F-BD1E-6909EC241222}"/>
    <dgm:cxn modelId="{C3C9E2C5-4AF8-4798-B6E8-538D00C25454}" type="presParOf" srcId="{C2506562-8CD1-4841-B5AF-EB76E89F1604}" destId="{88AA554D-BEC0-45B6-B27A-63EA7C1F3266}" srcOrd="0" destOrd="0" presId="urn:microsoft.com/office/officeart/2005/8/layout/vList2"/>
    <dgm:cxn modelId="{3DC99E46-3538-4A71-9435-0F7E11D4F448}" type="presParOf" srcId="{C2506562-8CD1-4841-B5AF-EB76E89F1604}" destId="{BCD72FC1-FA16-4ADF-B639-A9B00050552C}" srcOrd="1" destOrd="0" presId="urn:microsoft.com/office/officeart/2005/8/layout/vList2"/>
    <dgm:cxn modelId="{C34C4576-2792-48E0-8B65-A5181F8BC1B9}" type="presParOf" srcId="{C2506562-8CD1-4841-B5AF-EB76E89F1604}" destId="{5782961D-18FF-4291-8DA2-E1D011E57F1A}" srcOrd="2" destOrd="0" presId="urn:microsoft.com/office/officeart/2005/8/layout/vList2"/>
    <dgm:cxn modelId="{A3949226-7945-4DBA-8C76-DC3E18B9F5CA}" type="presParOf" srcId="{C2506562-8CD1-4841-B5AF-EB76E89F1604}" destId="{6DCB83C7-0FC7-4B06-A008-858E281E66E8}" srcOrd="3" destOrd="0" presId="urn:microsoft.com/office/officeart/2005/8/layout/vList2"/>
    <dgm:cxn modelId="{0B7294AA-04A7-4341-BCDC-C70741C481DD}" type="presParOf" srcId="{C2506562-8CD1-4841-B5AF-EB76E89F1604}" destId="{3EA315D3-9D34-4D65-86A0-2381F58ECB32}" srcOrd="4" destOrd="0" presId="urn:microsoft.com/office/officeart/2005/8/layout/vList2"/>
    <dgm:cxn modelId="{2EBF50D5-D3B0-45BD-861A-5579FF94E646}" type="presParOf" srcId="{C2506562-8CD1-4841-B5AF-EB76E89F1604}" destId="{C0ADDE3B-DF9B-423A-9123-BEE912DE2902}" srcOrd="5" destOrd="0" presId="urn:microsoft.com/office/officeart/2005/8/layout/vList2"/>
    <dgm:cxn modelId="{DFA555ED-F8C7-411C-89D0-B5F2F8CB9573}" type="presParOf" srcId="{C2506562-8CD1-4841-B5AF-EB76E89F1604}" destId="{ECFD3739-EC2E-4C44-9486-EF38D6714F68}" srcOrd="6" destOrd="0" presId="urn:microsoft.com/office/officeart/2005/8/layout/vList2"/>
    <dgm:cxn modelId="{7846B977-FCFC-4925-B77A-342232FFD337}" type="presParOf" srcId="{C2506562-8CD1-4841-B5AF-EB76E89F1604}" destId="{2888B20B-0A62-4832-A6F1-BF441BE415E5}" srcOrd="7" destOrd="0" presId="urn:microsoft.com/office/officeart/2005/8/layout/vList2"/>
    <dgm:cxn modelId="{A158D961-C28C-4816-B63A-267C60D14005}" type="presParOf" srcId="{C2506562-8CD1-4841-B5AF-EB76E89F1604}" destId="{C14CE47E-43AE-4AEA-B712-26E127FC6EB3}" srcOrd="8" destOrd="0" presId="urn:microsoft.com/office/officeart/2005/8/layout/vList2"/>
    <dgm:cxn modelId="{D96FCE1B-7A1D-4EC1-90B0-52BE606E41A0}" type="presParOf" srcId="{C2506562-8CD1-4841-B5AF-EB76E89F1604}" destId="{71551E01-A833-4136-BD69-07C70DD5AE5F}" srcOrd="9" destOrd="0" presId="urn:microsoft.com/office/officeart/2005/8/layout/vList2"/>
    <dgm:cxn modelId="{CF8B7DC7-2E6D-4544-81E7-DCF94C005FF7}" type="presParOf" srcId="{C2506562-8CD1-4841-B5AF-EB76E89F1604}" destId="{C56CFFAE-25F0-42DE-8C9C-1A75F5687536}" srcOrd="10" destOrd="0" presId="urn:microsoft.com/office/officeart/2005/8/layout/vList2"/>
    <dgm:cxn modelId="{5B5BD9F9-95EB-4C73-B73A-87314759BF3A}" type="presParOf" srcId="{C2506562-8CD1-4841-B5AF-EB76E89F1604}" destId="{514CC613-6933-4931-BCB4-2C887ACF001A}" srcOrd="11" destOrd="0" presId="urn:microsoft.com/office/officeart/2005/8/layout/vList2"/>
    <dgm:cxn modelId="{AFEEA02D-2320-44A9-BC02-2939283A36D6}" type="presParOf" srcId="{C2506562-8CD1-4841-B5AF-EB76E89F1604}" destId="{F52BDD7E-47F9-489A-BBC9-039F41C04B24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387F99-ACDC-4CB3-9023-62A1F135551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8804A9FF-AB92-42D6-90E2-52C963A6D264}">
      <dgm:prSet phldrT="[Texte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/>
            <a:t>LM51625 </a:t>
          </a:r>
        </a:p>
      </dgm:t>
    </dgm:pt>
    <dgm:pt modelId="{438A57FE-95E7-4756-AD29-B382DBD3B629}" type="parTrans" cxnId="{BBDB5BFD-35A3-4D26-8D9E-A310B0191C12}">
      <dgm:prSet/>
      <dgm:spPr/>
      <dgm:t>
        <a:bodyPr/>
        <a:lstStyle/>
        <a:p>
          <a:endParaRPr lang="fr-FR"/>
        </a:p>
      </dgm:t>
    </dgm:pt>
    <dgm:pt modelId="{36F08B4C-9B0D-4548-AE67-4E0636F483F8}" type="sibTrans" cxnId="{BBDB5BFD-35A3-4D26-8D9E-A310B0191C12}">
      <dgm:prSet/>
      <dgm:spPr/>
      <dgm:t>
        <a:bodyPr/>
        <a:lstStyle/>
        <a:p>
          <a:endParaRPr lang="fr-FR"/>
        </a:p>
      </dgm:t>
    </dgm:pt>
    <dgm:pt modelId="{D28F14E1-BA76-4735-A37B-DABA8F21EC8B}">
      <dgm:prSet/>
      <dgm:spPr/>
      <dgm:t>
        <a:bodyPr/>
        <a:lstStyle/>
        <a:p>
          <a:r>
            <a:rPr lang="fr-FR" dirty="0"/>
            <a:t>Bobine 4,7 µH</a:t>
          </a:r>
        </a:p>
      </dgm:t>
    </dgm:pt>
    <dgm:pt modelId="{3BBF2692-95B2-4871-83F0-40BFCD281B8A}" type="parTrans" cxnId="{68860FF8-07C3-4AE9-8D2F-91ABBCB25E65}">
      <dgm:prSet/>
      <dgm:spPr/>
      <dgm:t>
        <a:bodyPr/>
        <a:lstStyle/>
        <a:p>
          <a:endParaRPr lang="fr-FR"/>
        </a:p>
      </dgm:t>
    </dgm:pt>
    <dgm:pt modelId="{4A4E8219-F6D5-4EB7-A646-391AB8009D43}" type="sibTrans" cxnId="{68860FF8-07C3-4AE9-8D2F-91ABBCB25E65}">
      <dgm:prSet/>
      <dgm:spPr/>
      <dgm:t>
        <a:bodyPr/>
        <a:lstStyle/>
        <a:p>
          <a:endParaRPr lang="fr-FR"/>
        </a:p>
      </dgm:t>
    </dgm:pt>
    <dgm:pt modelId="{2274FD63-D751-4457-91E5-DC93032B78DE}">
      <dgm:prSet/>
      <dgm:spPr/>
      <dgm:t>
        <a:bodyPr/>
        <a:lstStyle/>
        <a:p>
          <a:r>
            <a:rPr lang="fr-FR" dirty="0"/>
            <a:t>Resistance 53,6 kΩ</a:t>
          </a:r>
        </a:p>
      </dgm:t>
    </dgm:pt>
    <dgm:pt modelId="{6B70774B-5366-4CB3-A888-284838A12EA8}" type="parTrans" cxnId="{33CF8CEA-BD81-45F3-8DD3-AC5A333346F5}">
      <dgm:prSet/>
      <dgm:spPr/>
      <dgm:t>
        <a:bodyPr/>
        <a:lstStyle/>
        <a:p>
          <a:endParaRPr lang="fr-FR"/>
        </a:p>
      </dgm:t>
    </dgm:pt>
    <dgm:pt modelId="{4C96BDBD-2CC1-4AEB-BBFB-E6110565F3E9}" type="sibTrans" cxnId="{33CF8CEA-BD81-45F3-8DD3-AC5A333346F5}">
      <dgm:prSet/>
      <dgm:spPr/>
      <dgm:t>
        <a:bodyPr/>
        <a:lstStyle/>
        <a:p>
          <a:endParaRPr lang="fr-FR"/>
        </a:p>
      </dgm:t>
    </dgm:pt>
    <dgm:pt modelId="{7000F22A-D81F-4CF2-B0F6-D5B021D8D025}">
      <dgm:prSet/>
      <dgm:spPr/>
      <dgm:t>
        <a:bodyPr/>
        <a:lstStyle/>
        <a:p>
          <a:r>
            <a:rPr lang="fr-FR" dirty="0"/>
            <a:t>Resistance 10,2 kΩ</a:t>
          </a:r>
        </a:p>
      </dgm:t>
    </dgm:pt>
    <dgm:pt modelId="{41A973CD-C0B4-49F2-BC1B-478F6F370F18}" type="parTrans" cxnId="{F3859800-83E2-44CC-AF40-4F284BC91CAA}">
      <dgm:prSet/>
      <dgm:spPr/>
      <dgm:t>
        <a:bodyPr/>
        <a:lstStyle/>
        <a:p>
          <a:endParaRPr lang="fr-FR"/>
        </a:p>
      </dgm:t>
    </dgm:pt>
    <dgm:pt modelId="{8FF1CAAE-002C-458B-8FF0-E62563426DD2}" type="sibTrans" cxnId="{F3859800-83E2-44CC-AF40-4F284BC91CAA}">
      <dgm:prSet/>
      <dgm:spPr/>
      <dgm:t>
        <a:bodyPr/>
        <a:lstStyle/>
        <a:p>
          <a:endParaRPr lang="fr-FR"/>
        </a:p>
      </dgm:t>
    </dgm:pt>
    <dgm:pt modelId="{2A264707-45F5-4C57-AB73-0BCCDAFC0612}">
      <dgm:prSet/>
      <dgm:spPr/>
      <dgm:t>
        <a:bodyPr/>
        <a:lstStyle/>
        <a:p>
          <a:r>
            <a:rPr lang="fr-FR" dirty="0"/>
            <a:t>Condensateur 22 µF</a:t>
          </a:r>
        </a:p>
      </dgm:t>
    </dgm:pt>
    <dgm:pt modelId="{25919413-AAAC-4FE5-8BC8-768CBB03F91C}" type="parTrans" cxnId="{61C64A13-0DE2-4A58-890D-498DF3C8EF83}">
      <dgm:prSet/>
      <dgm:spPr/>
      <dgm:t>
        <a:bodyPr/>
        <a:lstStyle/>
        <a:p>
          <a:endParaRPr lang="fr-FR"/>
        </a:p>
      </dgm:t>
    </dgm:pt>
    <dgm:pt modelId="{BFD70832-3C11-4DE7-BD19-D88FCDE056AB}" type="sibTrans" cxnId="{61C64A13-0DE2-4A58-890D-498DF3C8EF83}">
      <dgm:prSet/>
      <dgm:spPr/>
      <dgm:t>
        <a:bodyPr/>
        <a:lstStyle/>
        <a:p>
          <a:endParaRPr lang="fr-FR"/>
        </a:p>
      </dgm:t>
    </dgm:pt>
    <dgm:pt modelId="{670DC032-0135-452E-986A-23BA12A4EC68}">
      <dgm:prSet/>
      <dgm:spPr/>
      <dgm:t>
        <a:bodyPr/>
        <a:lstStyle/>
        <a:p>
          <a:r>
            <a:rPr lang="fr-FR" dirty="0"/>
            <a:t>Condensateur 2,2 µF et 0,1µF</a:t>
          </a:r>
        </a:p>
      </dgm:t>
    </dgm:pt>
    <dgm:pt modelId="{0820FEF3-80E5-4D44-9251-9FB494C0D5BA}" type="parTrans" cxnId="{98BF496E-FEAE-4680-AD88-AF8FABD05F45}">
      <dgm:prSet/>
      <dgm:spPr/>
      <dgm:t>
        <a:bodyPr/>
        <a:lstStyle/>
        <a:p>
          <a:endParaRPr lang="fr-FR"/>
        </a:p>
      </dgm:t>
    </dgm:pt>
    <dgm:pt modelId="{C7D677D7-E421-4F34-9483-C12845F5BB52}" type="sibTrans" cxnId="{98BF496E-FEAE-4680-AD88-AF8FABD05F45}">
      <dgm:prSet/>
      <dgm:spPr/>
      <dgm:t>
        <a:bodyPr/>
        <a:lstStyle/>
        <a:p>
          <a:endParaRPr lang="fr-FR"/>
        </a:p>
      </dgm:t>
    </dgm:pt>
    <dgm:pt modelId="{23AB6C05-DB24-4CC7-9912-9D7EFD5FDF2A}" type="pres">
      <dgm:prSet presAssocID="{43387F99-ACDC-4CB3-9023-62A1F1355519}" presName="linear" presStyleCnt="0">
        <dgm:presLayoutVars>
          <dgm:animLvl val="lvl"/>
          <dgm:resizeHandles val="exact"/>
        </dgm:presLayoutVars>
      </dgm:prSet>
      <dgm:spPr/>
    </dgm:pt>
    <dgm:pt modelId="{B0C0A4EF-FA9B-45FF-BCCC-763E44997A3F}" type="pres">
      <dgm:prSet presAssocID="{8804A9FF-AB92-42D6-90E2-52C963A6D26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5CB2616-D782-4019-9E12-F054B2F2DACF}" type="pres">
      <dgm:prSet presAssocID="{36F08B4C-9B0D-4548-AE67-4E0636F483F8}" presName="spacer" presStyleCnt="0"/>
      <dgm:spPr/>
    </dgm:pt>
    <dgm:pt modelId="{938283FB-3D28-4C56-935D-E9811B5305AD}" type="pres">
      <dgm:prSet presAssocID="{D28F14E1-BA76-4735-A37B-DABA8F21EC8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D8976CB-B881-4352-B50D-428060001482}" type="pres">
      <dgm:prSet presAssocID="{4A4E8219-F6D5-4EB7-A646-391AB8009D43}" presName="spacer" presStyleCnt="0"/>
      <dgm:spPr/>
    </dgm:pt>
    <dgm:pt modelId="{8FEBFC50-0679-4317-9634-42D74C9EE34A}" type="pres">
      <dgm:prSet presAssocID="{2274FD63-D751-4457-91E5-DC93032B78D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B2704BB-6513-4081-B8F8-3B2E8C264AB1}" type="pres">
      <dgm:prSet presAssocID="{4C96BDBD-2CC1-4AEB-BBFB-E6110565F3E9}" presName="spacer" presStyleCnt="0"/>
      <dgm:spPr/>
    </dgm:pt>
    <dgm:pt modelId="{D0912F46-7CF8-4BCE-A9FB-48A2C2565C98}" type="pres">
      <dgm:prSet presAssocID="{7000F22A-D81F-4CF2-B0F6-D5B021D8D02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B52489B-FA73-40C4-A48F-CFA9AADD20A8}" type="pres">
      <dgm:prSet presAssocID="{8FF1CAAE-002C-458B-8FF0-E62563426DD2}" presName="spacer" presStyleCnt="0"/>
      <dgm:spPr/>
    </dgm:pt>
    <dgm:pt modelId="{5E7B378E-8F9A-4938-AC18-0FD72E7C22DE}" type="pres">
      <dgm:prSet presAssocID="{2A264707-45F5-4C57-AB73-0BCCDAFC061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CAF6545-34E6-48A2-9F0F-2C0726B7EA06}" type="pres">
      <dgm:prSet presAssocID="{BFD70832-3C11-4DE7-BD19-D88FCDE056AB}" presName="spacer" presStyleCnt="0"/>
      <dgm:spPr/>
    </dgm:pt>
    <dgm:pt modelId="{8C15D5FD-172E-4E5C-81D8-8A161ECF7CA7}" type="pres">
      <dgm:prSet presAssocID="{670DC032-0135-452E-986A-23BA12A4EC6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3859800-83E2-44CC-AF40-4F284BC91CAA}" srcId="{43387F99-ACDC-4CB3-9023-62A1F1355519}" destId="{7000F22A-D81F-4CF2-B0F6-D5B021D8D025}" srcOrd="3" destOrd="0" parTransId="{41A973CD-C0B4-49F2-BC1B-478F6F370F18}" sibTransId="{8FF1CAAE-002C-458B-8FF0-E62563426DD2}"/>
    <dgm:cxn modelId="{61C64A13-0DE2-4A58-890D-498DF3C8EF83}" srcId="{43387F99-ACDC-4CB3-9023-62A1F1355519}" destId="{2A264707-45F5-4C57-AB73-0BCCDAFC0612}" srcOrd="4" destOrd="0" parTransId="{25919413-AAAC-4FE5-8BC8-768CBB03F91C}" sibTransId="{BFD70832-3C11-4DE7-BD19-D88FCDE056AB}"/>
    <dgm:cxn modelId="{08923E21-DC50-4896-BD49-A5CDED2C8F06}" type="presOf" srcId="{43387F99-ACDC-4CB3-9023-62A1F1355519}" destId="{23AB6C05-DB24-4CC7-9912-9D7EFD5FDF2A}" srcOrd="0" destOrd="0" presId="urn:microsoft.com/office/officeart/2005/8/layout/vList2"/>
    <dgm:cxn modelId="{BD9B2D2F-51A6-4105-912F-B758C4B80782}" type="presOf" srcId="{8804A9FF-AB92-42D6-90E2-52C963A6D264}" destId="{B0C0A4EF-FA9B-45FF-BCCC-763E44997A3F}" srcOrd="0" destOrd="0" presId="urn:microsoft.com/office/officeart/2005/8/layout/vList2"/>
    <dgm:cxn modelId="{98BF496E-FEAE-4680-AD88-AF8FABD05F45}" srcId="{43387F99-ACDC-4CB3-9023-62A1F1355519}" destId="{670DC032-0135-452E-986A-23BA12A4EC68}" srcOrd="5" destOrd="0" parTransId="{0820FEF3-80E5-4D44-9251-9FB494C0D5BA}" sibTransId="{C7D677D7-E421-4F34-9483-C12845F5BB52}"/>
    <dgm:cxn modelId="{B27E1A89-319B-4BEB-B7D2-67011490E3BB}" type="presOf" srcId="{D28F14E1-BA76-4735-A37B-DABA8F21EC8B}" destId="{938283FB-3D28-4C56-935D-E9811B5305AD}" srcOrd="0" destOrd="0" presId="urn:microsoft.com/office/officeart/2005/8/layout/vList2"/>
    <dgm:cxn modelId="{3CA0158B-3259-4F31-9ADA-5CA5F01EA2E4}" type="presOf" srcId="{670DC032-0135-452E-986A-23BA12A4EC68}" destId="{8C15D5FD-172E-4E5C-81D8-8A161ECF7CA7}" srcOrd="0" destOrd="0" presId="urn:microsoft.com/office/officeart/2005/8/layout/vList2"/>
    <dgm:cxn modelId="{C261DDB0-E94D-4FFF-A56C-D3F095E28623}" type="presOf" srcId="{2274FD63-D751-4457-91E5-DC93032B78DE}" destId="{8FEBFC50-0679-4317-9634-42D74C9EE34A}" srcOrd="0" destOrd="0" presId="urn:microsoft.com/office/officeart/2005/8/layout/vList2"/>
    <dgm:cxn modelId="{B81772C0-92FB-4454-9B4F-07312B91A366}" type="presOf" srcId="{7000F22A-D81F-4CF2-B0F6-D5B021D8D025}" destId="{D0912F46-7CF8-4BCE-A9FB-48A2C2565C98}" srcOrd="0" destOrd="0" presId="urn:microsoft.com/office/officeart/2005/8/layout/vList2"/>
    <dgm:cxn modelId="{33CF8CEA-BD81-45F3-8DD3-AC5A333346F5}" srcId="{43387F99-ACDC-4CB3-9023-62A1F1355519}" destId="{2274FD63-D751-4457-91E5-DC93032B78DE}" srcOrd="2" destOrd="0" parTransId="{6B70774B-5366-4CB3-A888-284838A12EA8}" sibTransId="{4C96BDBD-2CC1-4AEB-BBFB-E6110565F3E9}"/>
    <dgm:cxn modelId="{84B454F4-21CF-4574-B9E8-A4B3CDEF9D3D}" type="presOf" srcId="{2A264707-45F5-4C57-AB73-0BCCDAFC0612}" destId="{5E7B378E-8F9A-4938-AC18-0FD72E7C22DE}" srcOrd="0" destOrd="0" presId="urn:microsoft.com/office/officeart/2005/8/layout/vList2"/>
    <dgm:cxn modelId="{68860FF8-07C3-4AE9-8D2F-91ABBCB25E65}" srcId="{43387F99-ACDC-4CB3-9023-62A1F1355519}" destId="{D28F14E1-BA76-4735-A37B-DABA8F21EC8B}" srcOrd="1" destOrd="0" parTransId="{3BBF2692-95B2-4871-83F0-40BFCD281B8A}" sibTransId="{4A4E8219-F6D5-4EB7-A646-391AB8009D43}"/>
    <dgm:cxn modelId="{BBDB5BFD-35A3-4D26-8D9E-A310B0191C12}" srcId="{43387F99-ACDC-4CB3-9023-62A1F1355519}" destId="{8804A9FF-AB92-42D6-90E2-52C963A6D264}" srcOrd="0" destOrd="0" parTransId="{438A57FE-95E7-4756-AD29-B382DBD3B629}" sibTransId="{36F08B4C-9B0D-4548-AE67-4E0636F483F8}"/>
    <dgm:cxn modelId="{E6CDC496-7514-4506-8C7D-78EB2F4BD034}" type="presParOf" srcId="{23AB6C05-DB24-4CC7-9912-9D7EFD5FDF2A}" destId="{B0C0A4EF-FA9B-45FF-BCCC-763E44997A3F}" srcOrd="0" destOrd="0" presId="urn:microsoft.com/office/officeart/2005/8/layout/vList2"/>
    <dgm:cxn modelId="{BA320AC3-D423-4FF5-A0B9-8C15D1914AB6}" type="presParOf" srcId="{23AB6C05-DB24-4CC7-9912-9D7EFD5FDF2A}" destId="{75CB2616-D782-4019-9E12-F054B2F2DACF}" srcOrd="1" destOrd="0" presId="urn:microsoft.com/office/officeart/2005/8/layout/vList2"/>
    <dgm:cxn modelId="{E7A7204F-9D94-4B9F-9E78-E8D3C75F9EFF}" type="presParOf" srcId="{23AB6C05-DB24-4CC7-9912-9D7EFD5FDF2A}" destId="{938283FB-3D28-4C56-935D-E9811B5305AD}" srcOrd="2" destOrd="0" presId="urn:microsoft.com/office/officeart/2005/8/layout/vList2"/>
    <dgm:cxn modelId="{B502086F-0691-41A5-B768-D88FB8E83494}" type="presParOf" srcId="{23AB6C05-DB24-4CC7-9912-9D7EFD5FDF2A}" destId="{3D8976CB-B881-4352-B50D-428060001482}" srcOrd="3" destOrd="0" presId="urn:microsoft.com/office/officeart/2005/8/layout/vList2"/>
    <dgm:cxn modelId="{F573EB34-AA81-4DBD-9C87-8C08DF942AB1}" type="presParOf" srcId="{23AB6C05-DB24-4CC7-9912-9D7EFD5FDF2A}" destId="{8FEBFC50-0679-4317-9634-42D74C9EE34A}" srcOrd="4" destOrd="0" presId="urn:microsoft.com/office/officeart/2005/8/layout/vList2"/>
    <dgm:cxn modelId="{8AEDC280-1EF9-4F40-BEC6-FBA411B8B831}" type="presParOf" srcId="{23AB6C05-DB24-4CC7-9912-9D7EFD5FDF2A}" destId="{DB2704BB-6513-4081-B8F8-3B2E8C264AB1}" srcOrd="5" destOrd="0" presId="urn:microsoft.com/office/officeart/2005/8/layout/vList2"/>
    <dgm:cxn modelId="{7BAFCE57-18E2-4C19-A63A-443279EF2907}" type="presParOf" srcId="{23AB6C05-DB24-4CC7-9912-9D7EFD5FDF2A}" destId="{D0912F46-7CF8-4BCE-A9FB-48A2C2565C98}" srcOrd="6" destOrd="0" presId="urn:microsoft.com/office/officeart/2005/8/layout/vList2"/>
    <dgm:cxn modelId="{5E9553C1-BDBB-432E-A493-A20F54EF643D}" type="presParOf" srcId="{23AB6C05-DB24-4CC7-9912-9D7EFD5FDF2A}" destId="{AB52489B-FA73-40C4-A48F-CFA9AADD20A8}" srcOrd="7" destOrd="0" presId="urn:microsoft.com/office/officeart/2005/8/layout/vList2"/>
    <dgm:cxn modelId="{198FF116-A8EA-4512-B445-A099B5455188}" type="presParOf" srcId="{23AB6C05-DB24-4CC7-9912-9D7EFD5FDF2A}" destId="{5E7B378E-8F9A-4938-AC18-0FD72E7C22DE}" srcOrd="8" destOrd="0" presId="urn:microsoft.com/office/officeart/2005/8/layout/vList2"/>
    <dgm:cxn modelId="{FC24C837-032A-49DB-B50C-739691BD500B}" type="presParOf" srcId="{23AB6C05-DB24-4CC7-9912-9D7EFD5FDF2A}" destId="{DCAF6545-34E6-48A2-9F0F-2C0726B7EA06}" srcOrd="9" destOrd="0" presId="urn:microsoft.com/office/officeart/2005/8/layout/vList2"/>
    <dgm:cxn modelId="{61C11A8F-4222-4496-B127-98784B5D2A8F}" type="presParOf" srcId="{23AB6C05-DB24-4CC7-9912-9D7EFD5FDF2A}" destId="{8C15D5FD-172E-4E5C-81D8-8A161ECF7CA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L</m:t>
                    </m:r>
                    <m:r>
                      <m:rPr>
                        <m:lit/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min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Vin</m:t>
                        </m:r>
                        <m:r>
                          <m:rPr>
                            <m:lit/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max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 −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Vout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Iout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 ×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Kind</m:t>
                        </m:r>
                      </m:den>
                    </m:f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Vout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Vin</m:t>
                        </m:r>
                        <m:r>
                          <m:rPr>
                            <m:lit/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𝒔𝒘</m:t>
                        </m:r>
                      </m:den>
                    </m:f>
                  </m:oMath>
                </m:oMathPara>
              </a14:m>
              <a:endParaRPr lang="fr-FR" dirty="0"/>
            </a:p>
          </dgm:t>
        </dgm:pt>
      </mc:Choice>
      <mc:Fallback xmlns="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"L\_min = " 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"Vin\_max − Vout 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 /"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Iout × Kind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  "  × "  "Vout" /("Vin\_max × f" 𝒔𝒘)</a:t>
              </a:r>
              <a:endParaRPr lang="fr-FR" dirty="0"/>
            </a:p>
          </dgm:t>
        </dgm:pt>
      </mc:Fallback>
    </mc:AlternateConten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L</m:t>
                    </m:r>
                    <m:r>
                      <m:rPr>
                        <m:lit/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min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24 − 5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2,5 × 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𝟑𝟓</m:t>
                        </m:r>
                      </m:den>
                    </m:f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24 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𝟎𝟎𝟎</m:t>
                        </m:r>
                      </m:den>
                    </m:f>
                  </m:oMath>
                </m:oMathPara>
              </a14:m>
              <a:endParaRPr lang="fr-FR" dirty="0"/>
            </a:p>
          </dgm:t>
        </dgm:pt>
      </mc:Choice>
      <mc:Fallback xmlns="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"L\_min = " 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"24 − 5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 /("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2,5 × 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 𝟎,𝟑𝟓) "  × "  𝟓/("24 × " 𝟏 𝟏𝟎𝟎 𝟎𝟎𝟎)</a:t>
              </a:r>
              <a:endParaRPr lang="fr-FR"/>
            </a:p>
          </dgm:t>
        </dgm:pt>
      </mc:Fallback>
    </mc:AlternateConten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L</m:t>
                    </m:r>
                    <m:r>
                      <m:rPr>
                        <m:lit/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min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= </m:t>
                    </m:r>
                    <m:r>
                      <a:rPr lang="fr-FR" b="1" i="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𝟒</m:t>
                    </m:r>
                    <m:r>
                      <a:rPr lang="fr-FR" b="1" i="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1" i="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fr-FR" b="1" i="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µ</m:t>
                    </m:r>
                    <m: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𝑯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"L\_min = " 𝟒,𝟏𝟏 µ𝑯</a:t>
              </a:r>
              <a:endParaRPr lang="fr-FR" dirty="0"/>
            </a:p>
          </dgm:t>
        </dgm:pt>
      </mc:Fallback>
    </mc:AlternateConten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dgm:pt modelId="{359FC929-7148-47E7-9D09-8919D0D310C1}">
      <dgm:prSet phldrT="[Texte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dgm:pt modelId="{1890FF7A-9551-4547-B72B-7B8B0F5A4CA5}">
      <dgm:prSet phldrT="[Texte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dgm:pt modelId="{3CFE2B94-4C33-4436-A322-FE2ABBA5BC0B}">
      <dgm:prSet phldrT="[Texte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∆ 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iL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Vout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(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Vin</m:t>
                        </m:r>
                        <m:r>
                          <m:rPr>
                            <m:lit/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max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−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Vout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)</m:t>
                        </m:r>
                      </m:num>
                      <m:den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𝑽𝒊𝒏</m:t>
                        </m:r>
                        <m:r>
                          <m:rPr>
                            <m:lit/>
                          </m:rP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_</m:t>
                        </m:r>
                        <m:func>
                          <m:funcPr>
                            <m:ctrl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𝐦𝐚𝐱</m:t>
                            </m:r>
                          </m:fName>
                          <m:e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L</m:t>
                            </m:r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𝒔𝒘</m:t>
                        </m:r>
                      </m:den>
                    </m:f>
                  </m:oMath>
                </m:oMathPara>
              </a14:m>
              <a:endParaRPr lang="fr-FR" dirty="0"/>
            </a:p>
          </dgm:t>
        </dgm:pt>
      </mc:Choice>
      <mc:Fallback xmlns="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"∆ iL = " 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"Vout x (Vin\_max − Vout)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 /(𝑽𝒊𝒏\_𝐦𝐚𝐱⁡〖"× L ×"  〗 "f" 𝒔𝒘)</a:t>
              </a:r>
              <a:endParaRPr lang="fr-FR" dirty="0"/>
            </a:p>
          </dgm:t>
        </dgm:pt>
      </mc:Fallback>
    </mc:AlternateConten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∆ 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iL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5 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(24− 5)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24 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(4,7 </m:t>
                        </m:r>
                        <m:sSup>
                          <m:sSupPr>
                            <m:ctrl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</a:rPr>
                              <m:t>x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(1,1 </m:t>
                        </m:r>
                        <m:sSup>
                          <m:sSupPr>
                            <m:ctrl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m:oMathPara>
              </a14:m>
              <a:endParaRPr lang="fr-FR" dirty="0"/>
            </a:p>
          </dgm:t>
        </dgm:pt>
      </mc:Choice>
      <mc:Fallback xmlns="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"∆ iL = " 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"5 x (24− 5)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 /("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24 x (4,7 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 〖"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x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  𝟏𝟎〗^(−𝟔) ") x(1,1 " 〖"x"  𝟏𝟎〗^𝟔 ")" )</a:t>
              </a:r>
              <a:endParaRPr lang="fr-FR" dirty="0"/>
            </a:p>
          </dgm:t>
        </dgm:pt>
      </mc:Fallback>
    </mc:AlternateConten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∆ </m:t>
                    </m:r>
                    <m:r>
                      <m:rPr>
                        <m:nor/>
                      </m:rPr>
                      <a:rPr lang="fr-F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iL</m:t>
                    </m:r>
                    <m:r>
                      <m:rPr>
                        <m:nor/>
                      </m:rPr>
                      <a:rPr lang="fr-F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0,76 </m:t>
                    </m:r>
                    <m:r>
                      <m:rPr>
                        <m:nor/>
                      </m:rPr>
                      <a:rPr lang="fr-F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A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"∆ iL = 0,76 A</a:t>
              </a:r>
              <a:r>
                <a:rPr lang="fr-FR" b="1" i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"</a:t>
              </a:r>
              <a:endParaRPr lang="fr-FR" dirty="0"/>
            </a:p>
          </dgm:t>
        </dgm:pt>
      </mc:Fallback>
    </mc:AlternateConten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dgm:pt modelId="{359FC929-7148-47E7-9D09-8919D0D310C1}">
      <dgm:prSet phldrT="[Texte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dgm:pt modelId="{1890FF7A-9551-4547-B72B-7B8B0F5A4CA5}">
      <dgm:prSet phldrT="[Texte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dgm:pt modelId="{3CFE2B94-4C33-4436-A322-FE2ABBA5BC0B}">
      <dgm:prSet phldrT="[Texte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RFBT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𝑽𝒐𝒖𝒕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𝑽𝒓𝒆𝒇</m:t>
                        </m:r>
                      </m:num>
                      <m:den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𝑽𝒓𝒆𝒇</m:t>
                        </m:r>
                      </m:den>
                    </m:f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RFBB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"RFBT = "  (𝑽𝒐𝒖𝒕 −𝑽𝒓𝒆𝒇)/𝑽𝒓𝒆𝒇 "× RFBB"</a:t>
              </a:r>
              <a:endParaRPr lang="fr-FR" dirty="0"/>
            </a:p>
          </dgm:t>
        </dgm:pt>
      </mc:Fallback>
    </mc:AlternateConten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RFBT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(10,2</m:t>
                    </m:r>
                    <m:sSup>
                      <m:sSup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)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"RFBT = "  (𝟓 −𝟎,𝟖)/(𝟎,𝟖) "× (10,2" 〖" x"  𝟏𝟎〗^𝟑)</a:t>
              </a:r>
              <a:endParaRPr lang="fr-FR" dirty="0"/>
            </a:p>
          </dgm:t>
        </dgm:pt>
      </mc:Fallback>
    </mc:AlternateConten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RFBT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𝟓𝟑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𝟓𝟓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𝒌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Ω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"RFBT = " 𝟓𝟑,𝟓𝟓 𝒌Ω</a:t>
              </a:r>
              <a:endParaRPr lang="fr-FR" dirty="0"/>
            </a:p>
          </dgm:t>
        </dgm:pt>
      </mc:Fallback>
    </mc:AlternateConten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dgm:pt modelId="{359FC929-7148-47E7-9D09-8919D0D310C1}">
      <dgm:prSet phldrT="[Texte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dgm:pt modelId="{1890FF7A-9551-4547-B72B-7B8B0F5A4CA5}">
      <dgm:prSet phldrT="[Texte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dgm:pt modelId="{3CFE2B94-4C33-4436-A322-FE2ABBA5BC0B}">
      <dgm:prSet phldrT="[Texte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B53BF-974A-4E33-B974-F9B55025CFD5}">
      <dsp:nvSpPr>
        <dsp:cNvPr id="0" name=""/>
        <dsp:cNvSpPr/>
      </dsp:nvSpPr>
      <dsp:spPr>
        <a:xfrm rot="5400000">
          <a:off x="-132766" y="133817"/>
          <a:ext cx="885109" cy="619576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1</a:t>
          </a:r>
          <a:endParaRPr lang="fr-FR" sz="1700" b="1" kern="1200" noProof="0" dirty="0"/>
        </a:p>
      </dsp:txBody>
      <dsp:txXfrm rot="-5400000">
        <a:off x="1" y="310838"/>
        <a:ext cx="619576" cy="265533"/>
      </dsp:txXfrm>
    </dsp:sp>
    <dsp:sp modelId="{4CC66876-BB59-4268-AD33-C76678E5C0E6}">
      <dsp:nvSpPr>
        <dsp:cNvPr id="0" name=""/>
        <dsp:cNvSpPr/>
      </dsp:nvSpPr>
      <dsp:spPr>
        <a:xfrm rot="5400000">
          <a:off x="5071880" y="-4451252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Présentation du projet </a:t>
          </a:r>
          <a:endParaRPr lang="fr-FR" sz="3300" kern="1200" noProof="0" dirty="0"/>
        </a:p>
      </dsp:txBody>
      <dsp:txXfrm rot="-5400000">
        <a:off x="619577" y="29136"/>
        <a:ext cx="9451844" cy="519151"/>
      </dsp:txXfrm>
    </dsp:sp>
    <dsp:sp modelId="{85D68C3E-6771-4219-A862-BAB728749628}">
      <dsp:nvSpPr>
        <dsp:cNvPr id="0" name=""/>
        <dsp:cNvSpPr/>
      </dsp:nvSpPr>
      <dsp:spPr>
        <a:xfrm rot="5400000">
          <a:off x="-132766" y="920579"/>
          <a:ext cx="885109" cy="619576"/>
        </a:xfrm>
        <a:prstGeom prst="chevron">
          <a:avLst/>
        </a:prstGeom>
        <a:solidFill>
          <a:schemeClr val="accent4">
            <a:hueOff val="531752"/>
            <a:satOff val="192"/>
            <a:lumOff val="-1569"/>
            <a:alphaOff val="0"/>
          </a:schemeClr>
        </a:solidFill>
        <a:ln w="19050" cap="rnd" cmpd="sng" algn="ctr">
          <a:solidFill>
            <a:schemeClr val="accent4">
              <a:hueOff val="531752"/>
              <a:satOff val="192"/>
              <a:lumOff val="-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2</a:t>
          </a:r>
        </a:p>
      </dsp:txBody>
      <dsp:txXfrm rot="-5400000">
        <a:off x="1" y="1097600"/>
        <a:ext cx="619576" cy="265533"/>
      </dsp:txXfrm>
    </dsp:sp>
    <dsp:sp modelId="{583C73D5-02F0-4DC8-88FF-F7CAC2DA1255}">
      <dsp:nvSpPr>
        <dsp:cNvPr id="0" name=""/>
        <dsp:cNvSpPr/>
      </dsp:nvSpPr>
      <dsp:spPr>
        <a:xfrm rot="5400000">
          <a:off x="5071880" y="-3664491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531752"/>
              <a:satOff val="192"/>
              <a:lumOff val="-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Conception préliminaire</a:t>
          </a:r>
        </a:p>
      </dsp:txBody>
      <dsp:txXfrm rot="-5400000">
        <a:off x="619577" y="815897"/>
        <a:ext cx="9451844" cy="519151"/>
      </dsp:txXfrm>
    </dsp:sp>
    <dsp:sp modelId="{7199188C-DC2B-40CA-AD5C-6B1E21E36DA8}">
      <dsp:nvSpPr>
        <dsp:cNvPr id="0" name=""/>
        <dsp:cNvSpPr/>
      </dsp:nvSpPr>
      <dsp:spPr>
        <a:xfrm rot="5400000">
          <a:off x="-132766" y="1707341"/>
          <a:ext cx="885109" cy="619576"/>
        </a:xfrm>
        <a:prstGeom prst="chevron">
          <a:avLst/>
        </a:prstGeom>
        <a:solidFill>
          <a:schemeClr val="accent4">
            <a:hueOff val="1063504"/>
            <a:satOff val="385"/>
            <a:lumOff val="-3137"/>
            <a:alphaOff val="0"/>
          </a:schemeClr>
        </a:solidFill>
        <a:ln w="19050" cap="rnd" cmpd="sng" algn="ctr">
          <a:solidFill>
            <a:schemeClr val="accent4">
              <a:hueOff val="1063504"/>
              <a:satOff val="385"/>
              <a:lumOff val="-31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3</a:t>
          </a:r>
        </a:p>
      </dsp:txBody>
      <dsp:txXfrm rot="-5400000">
        <a:off x="1" y="1884362"/>
        <a:ext cx="619576" cy="265533"/>
      </dsp:txXfrm>
    </dsp:sp>
    <dsp:sp modelId="{81E620A8-7087-4DE6-8945-F8F4524096C5}">
      <dsp:nvSpPr>
        <dsp:cNvPr id="0" name=""/>
        <dsp:cNvSpPr/>
      </dsp:nvSpPr>
      <dsp:spPr>
        <a:xfrm rot="5400000">
          <a:off x="5071880" y="-2877729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1063504"/>
              <a:satOff val="385"/>
              <a:lumOff val="-31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Choix des Composants</a:t>
          </a:r>
        </a:p>
      </dsp:txBody>
      <dsp:txXfrm rot="-5400000">
        <a:off x="619577" y="1602659"/>
        <a:ext cx="9451844" cy="519151"/>
      </dsp:txXfrm>
    </dsp:sp>
    <dsp:sp modelId="{DFCB1099-4FB7-4074-A838-6779C9B3B800}">
      <dsp:nvSpPr>
        <dsp:cNvPr id="0" name=""/>
        <dsp:cNvSpPr/>
      </dsp:nvSpPr>
      <dsp:spPr>
        <a:xfrm rot="5400000">
          <a:off x="-132766" y="2494103"/>
          <a:ext cx="885109" cy="619576"/>
        </a:xfrm>
        <a:prstGeom prst="chevron">
          <a:avLst/>
        </a:prstGeom>
        <a:solidFill>
          <a:schemeClr val="accent4">
            <a:hueOff val="1595257"/>
            <a:satOff val="577"/>
            <a:lumOff val="-4706"/>
            <a:alphaOff val="0"/>
          </a:schemeClr>
        </a:solidFill>
        <a:ln w="19050" cap="rnd" cmpd="sng" algn="ctr">
          <a:solidFill>
            <a:schemeClr val="accent4">
              <a:hueOff val="1595257"/>
              <a:satOff val="577"/>
              <a:lumOff val="-4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4</a:t>
          </a:r>
        </a:p>
      </dsp:txBody>
      <dsp:txXfrm rot="-5400000">
        <a:off x="1" y="2671124"/>
        <a:ext cx="619576" cy="265533"/>
      </dsp:txXfrm>
    </dsp:sp>
    <dsp:sp modelId="{3712D431-A335-40E6-A6DB-8ADAAB5AE842}">
      <dsp:nvSpPr>
        <dsp:cNvPr id="0" name=""/>
        <dsp:cNvSpPr/>
      </dsp:nvSpPr>
      <dsp:spPr>
        <a:xfrm rot="5400000">
          <a:off x="5071880" y="-2090967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1595257"/>
              <a:satOff val="577"/>
              <a:lumOff val="-4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Diagramme DBB/IDB</a:t>
          </a:r>
        </a:p>
      </dsp:txBody>
      <dsp:txXfrm rot="-5400000">
        <a:off x="619577" y="2389421"/>
        <a:ext cx="9451844" cy="519151"/>
      </dsp:txXfrm>
    </dsp:sp>
    <dsp:sp modelId="{1094D08A-160E-4BD7-A08B-A02A201CD109}">
      <dsp:nvSpPr>
        <dsp:cNvPr id="0" name=""/>
        <dsp:cNvSpPr/>
      </dsp:nvSpPr>
      <dsp:spPr>
        <a:xfrm rot="5400000">
          <a:off x="-132766" y="3280864"/>
          <a:ext cx="885109" cy="619576"/>
        </a:xfrm>
        <a:prstGeom prst="chevron">
          <a:avLst/>
        </a:prstGeom>
        <a:solidFill>
          <a:schemeClr val="accent4">
            <a:hueOff val="2127009"/>
            <a:satOff val="770"/>
            <a:lumOff val="-6274"/>
            <a:alphaOff val="0"/>
          </a:schemeClr>
        </a:solidFill>
        <a:ln w="19050" cap="rnd" cmpd="sng" algn="ctr">
          <a:solidFill>
            <a:schemeClr val="accent4">
              <a:hueOff val="2127009"/>
              <a:satOff val="770"/>
              <a:lumOff val="-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5</a:t>
          </a:r>
        </a:p>
      </dsp:txBody>
      <dsp:txXfrm rot="-5400000">
        <a:off x="1" y="3457885"/>
        <a:ext cx="619576" cy="265533"/>
      </dsp:txXfrm>
    </dsp:sp>
    <dsp:sp modelId="{CFC3C98C-C5D0-4727-9F52-9067E98665F3}">
      <dsp:nvSpPr>
        <dsp:cNvPr id="0" name=""/>
        <dsp:cNvSpPr/>
      </dsp:nvSpPr>
      <dsp:spPr>
        <a:xfrm rot="5400000">
          <a:off x="5071880" y="-1304205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2127009"/>
              <a:satOff val="770"/>
              <a:lumOff val="-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Schéma structurel</a:t>
          </a:r>
        </a:p>
      </dsp:txBody>
      <dsp:txXfrm rot="-5400000">
        <a:off x="619577" y="3176183"/>
        <a:ext cx="9451844" cy="519151"/>
      </dsp:txXfrm>
    </dsp:sp>
    <dsp:sp modelId="{907DC850-420F-4D4E-986D-D9B5C077FD8C}">
      <dsp:nvSpPr>
        <dsp:cNvPr id="0" name=""/>
        <dsp:cNvSpPr/>
      </dsp:nvSpPr>
      <dsp:spPr>
        <a:xfrm rot="5400000">
          <a:off x="-132766" y="4067626"/>
          <a:ext cx="885109" cy="619576"/>
        </a:xfrm>
        <a:prstGeom prst="chevron">
          <a:avLst/>
        </a:prstGeom>
        <a:solidFill>
          <a:schemeClr val="accent4">
            <a:hueOff val="2658761"/>
            <a:satOff val="962"/>
            <a:lumOff val="-7843"/>
            <a:alphaOff val="0"/>
          </a:schemeClr>
        </a:solidFill>
        <a:ln w="19050" cap="rnd" cmpd="sng" algn="ctr">
          <a:solidFill>
            <a:schemeClr val="accent4">
              <a:hueOff val="2658761"/>
              <a:satOff val="962"/>
              <a:lumOff val="-78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6</a:t>
          </a:r>
        </a:p>
      </dsp:txBody>
      <dsp:txXfrm rot="-5400000">
        <a:off x="1" y="4244647"/>
        <a:ext cx="619576" cy="265533"/>
      </dsp:txXfrm>
    </dsp:sp>
    <dsp:sp modelId="{B885420A-5D69-479F-8A98-6B094291C571}">
      <dsp:nvSpPr>
        <dsp:cNvPr id="0" name=""/>
        <dsp:cNvSpPr/>
      </dsp:nvSpPr>
      <dsp:spPr>
        <a:xfrm rot="5400000">
          <a:off x="5071880" y="-517443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2658761"/>
              <a:satOff val="962"/>
              <a:lumOff val="-78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Présentation Code</a:t>
          </a:r>
        </a:p>
      </dsp:txBody>
      <dsp:txXfrm rot="-5400000">
        <a:off x="619577" y="3962945"/>
        <a:ext cx="9451844" cy="5191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AA554D-BEC0-45B6-B27A-63EA7C1F3266}">
      <dsp:nvSpPr>
        <dsp:cNvPr id="0" name=""/>
        <dsp:cNvSpPr/>
      </dsp:nvSpPr>
      <dsp:spPr>
        <a:xfrm>
          <a:off x="0" y="2420"/>
          <a:ext cx="4539169" cy="6552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2400" b="1" kern="1200" noProof="0" dirty="0">
              <a:effectLst/>
            </a:rPr>
            <a:t>Arduino nano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33</a:t>
          </a:r>
          <a:r>
            <a:rPr lang="fr-FR" sz="2400" b="1" kern="1200" noProof="0" dirty="0">
              <a:effectLst/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iot</a:t>
          </a:r>
          <a:endParaRPr lang="fr-FR" sz="2400" b="1" kern="1200" dirty="0">
            <a:solidFill>
              <a:prstClr val="white"/>
            </a:solidFill>
            <a:effectLst/>
            <a:latin typeface="Century Gothic" panose="020B0502020202020204"/>
            <a:ea typeface="+mn-ea"/>
            <a:cs typeface="+mn-cs"/>
          </a:endParaRPr>
        </a:p>
      </dsp:txBody>
      <dsp:txXfrm>
        <a:off x="31984" y="34404"/>
        <a:ext cx="4475201" cy="591232"/>
      </dsp:txXfrm>
    </dsp:sp>
    <dsp:sp modelId="{5782961D-18FF-4291-8DA2-E1D011E57F1A}">
      <dsp:nvSpPr>
        <dsp:cNvPr id="0" name=""/>
        <dsp:cNvSpPr/>
      </dsp:nvSpPr>
      <dsp:spPr>
        <a:xfrm>
          <a:off x="0" y="757495"/>
          <a:ext cx="4539169" cy="655200"/>
        </a:xfrm>
        <a:prstGeom prst="roundRect">
          <a:avLst/>
        </a:prstGeom>
        <a:solidFill>
          <a:schemeClr val="accent5">
            <a:hueOff val="1039540"/>
            <a:satOff val="-669"/>
            <a:lumOff val="45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Eth Wiz Click</a:t>
          </a:r>
        </a:p>
      </dsp:txBody>
      <dsp:txXfrm>
        <a:off x="31984" y="789479"/>
        <a:ext cx="4475201" cy="591232"/>
      </dsp:txXfrm>
    </dsp:sp>
    <dsp:sp modelId="{3EA315D3-9D34-4D65-86A0-2381F58ECB32}">
      <dsp:nvSpPr>
        <dsp:cNvPr id="0" name=""/>
        <dsp:cNvSpPr/>
      </dsp:nvSpPr>
      <dsp:spPr>
        <a:xfrm>
          <a:off x="0" y="1514420"/>
          <a:ext cx="4539169" cy="655200"/>
        </a:xfrm>
        <a:prstGeom prst="roundRect">
          <a:avLst/>
        </a:prstGeom>
        <a:solidFill>
          <a:schemeClr val="accent5">
            <a:hueOff val="2079079"/>
            <a:satOff val="-1338"/>
            <a:lumOff val="91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Ecran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OLED</a:t>
          </a:r>
        </a:p>
      </dsp:txBody>
      <dsp:txXfrm>
        <a:off x="31984" y="1546404"/>
        <a:ext cx="4475201" cy="591232"/>
      </dsp:txXfrm>
    </dsp:sp>
    <dsp:sp modelId="{ECFD3739-EC2E-4C44-9486-EF38D6714F68}">
      <dsp:nvSpPr>
        <dsp:cNvPr id="0" name=""/>
        <dsp:cNvSpPr/>
      </dsp:nvSpPr>
      <dsp:spPr>
        <a:xfrm>
          <a:off x="0" y="2270420"/>
          <a:ext cx="4539169" cy="655200"/>
        </a:xfrm>
        <a:prstGeom prst="roundRect">
          <a:avLst/>
        </a:prstGeom>
        <a:solidFill>
          <a:schemeClr val="accent5">
            <a:hueOff val="3118619"/>
            <a:satOff val="-2006"/>
            <a:lumOff val="137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Bouton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poussoir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sp:txBody>
      <dsp:txXfrm>
        <a:off x="31984" y="2302404"/>
        <a:ext cx="4475201" cy="591232"/>
      </dsp:txXfrm>
    </dsp:sp>
    <dsp:sp modelId="{C14CE47E-43AE-4AEA-B712-26E127FC6EB3}">
      <dsp:nvSpPr>
        <dsp:cNvPr id="0" name=""/>
        <dsp:cNvSpPr/>
      </dsp:nvSpPr>
      <dsp:spPr>
        <a:xfrm>
          <a:off x="0" y="3026420"/>
          <a:ext cx="4539169" cy="655200"/>
        </a:xfrm>
        <a:prstGeom prst="roundRect">
          <a:avLst/>
        </a:prstGeom>
        <a:solidFill>
          <a:schemeClr val="accent5">
            <a:hueOff val="4158159"/>
            <a:satOff val="-2675"/>
            <a:lumOff val="182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Interrupteur</a:t>
          </a:r>
        </a:p>
      </dsp:txBody>
      <dsp:txXfrm>
        <a:off x="31984" y="3058404"/>
        <a:ext cx="4475201" cy="591232"/>
      </dsp:txXfrm>
    </dsp:sp>
    <dsp:sp modelId="{C56CFFAE-25F0-42DE-8C9C-1A75F5687536}">
      <dsp:nvSpPr>
        <dsp:cNvPr id="0" name=""/>
        <dsp:cNvSpPr/>
      </dsp:nvSpPr>
      <dsp:spPr>
        <a:xfrm>
          <a:off x="0" y="3782420"/>
          <a:ext cx="4539169" cy="655200"/>
        </a:xfrm>
        <a:prstGeom prst="roundRect">
          <a:avLst/>
        </a:prstGeom>
        <a:solidFill>
          <a:schemeClr val="accent5">
            <a:hueOff val="5197698"/>
            <a:satOff val="-3344"/>
            <a:lumOff val="228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Fiche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Banane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Femelle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sp:txBody>
      <dsp:txXfrm>
        <a:off x="31984" y="3814404"/>
        <a:ext cx="4475201" cy="591232"/>
      </dsp:txXfrm>
    </dsp:sp>
    <dsp:sp modelId="{F52BDD7E-47F9-489A-BBC9-039F41C04B24}">
      <dsp:nvSpPr>
        <dsp:cNvPr id="0" name=""/>
        <dsp:cNvSpPr/>
      </dsp:nvSpPr>
      <dsp:spPr>
        <a:xfrm>
          <a:off x="0" y="4538420"/>
          <a:ext cx="4539169" cy="655200"/>
        </a:xfrm>
        <a:prstGeom prst="round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Connecteur 5264 </a:t>
          </a:r>
          <a:r>
            <a:rPr lang="fr-FR" sz="1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(Panneau Solaire</a:t>
          </a:r>
          <a:r>
            <a:rPr lang="fr-FR" sz="1400" b="1" kern="1200" noProof="0" dirty="0">
              <a:effectLst/>
            </a:rPr>
            <a:t>)</a:t>
          </a:r>
          <a:endParaRPr lang="fr-FR" sz="1050" b="1" kern="1200" noProof="0" dirty="0">
            <a:effectLst/>
          </a:endParaRPr>
        </a:p>
      </dsp:txBody>
      <dsp:txXfrm>
        <a:off x="31984" y="4570404"/>
        <a:ext cx="4475201" cy="5912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0A4EF-FA9B-45FF-BCCC-763E44997A3F}">
      <dsp:nvSpPr>
        <dsp:cNvPr id="0" name=""/>
        <dsp:cNvSpPr/>
      </dsp:nvSpPr>
      <dsp:spPr>
        <a:xfrm>
          <a:off x="0" y="220171"/>
          <a:ext cx="4601992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2400" kern="1200" dirty="0"/>
            <a:t>LM51625 </a:t>
          </a:r>
        </a:p>
      </dsp:txBody>
      <dsp:txXfrm>
        <a:off x="28100" y="248271"/>
        <a:ext cx="4545792" cy="519439"/>
      </dsp:txXfrm>
    </dsp:sp>
    <dsp:sp modelId="{938283FB-3D28-4C56-935D-E9811B5305AD}">
      <dsp:nvSpPr>
        <dsp:cNvPr id="0" name=""/>
        <dsp:cNvSpPr/>
      </dsp:nvSpPr>
      <dsp:spPr>
        <a:xfrm>
          <a:off x="0" y="864931"/>
          <a:ext cx="4601992" cy="575639"/>
        </a:xfrm>
        <a:prstGeom prst="roundRect">
          <a:avLst/>
        </a:prstGeom>
        <a:solidFill>
          <a:schemeClr val="accent5">
            <a:hueOff val="1247448"/>
            <a:satOff val="-803"/>
            <a:lumOff val="54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Bobine 4,7 µH</a:t>
          </a:r>
        </a:p>
      </dsp:txBody>
      <dsp:txXfrm>
        <a:off x="28100" y="893031"/>
        <a:ext cx="4545792" cy="519439"/>
      </dsp:txXfrm>
    </dsp:sp>
    <dsp:sp modelId="{8FEBFC50-0679-4317-9634-42D74C9EE34A}">
      <dsp:nvSpPr>
        <dsp:cNvPr id="0" name=""/>
        <dsp:cNvSpPr/>
      </dsp:nvSpPr>
      <dsp:spPr>
        <a:xfrm>
          <a:off x="0" y="1509691"/>
          <a:ext cx="4601992" cy="575639"/>
        </a:xfrm>
        <a:prstGeom prst="roundRect">
          <a:avLst/>
        </a:prstGeom>
        <a:solidFill>
          <a:schemeClr val="accent5">
            <a:hueOff val="2494895"/>
            <a:satOff val="-1605"/>
            <a:lumOff val="109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Resistance 53,6 kΩ</a:t>
          </a:r>
        </a:p>
      </dsp:txBody>
      <dsp:txXfrm>
        <a:off x="28100" y="1537791"/>
        <a:ext cx="4545792" cy="519439"/>
      </dsp:txXfrm>
    </dsp:sp>
    <dsp:sp modelId="{D0912F46-7CF8-4BCE-A9FB-48A2C2565C98}">
      <dsp:nvSpPr>
        <dsp:cNvPr id="0" name=""/>
        <dsp:cNvSpPr/>
      </dsp:nvSpPr>
      <dsp:spPr>
        <a:xfrm>
          <a:off x="0" y="2154451"/>
          <a:ext cx="4601992" cy="575639"/>
        </a:xfrm>
        <a:prstGeom prst="roundRect">
          <a:avLst/>
        </a:prstGeom>
        <a:solidFill>
          <a:schemeClr val="accent5">
            <a:hueOff val="3742343"/>
            <a:satOff val="-2408"/>
            <a:lumOff val="164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Resistance 10,2 kΩ</a:t>
          </a:r>
        </a:p>
      </dsp:txBody>
      <dsp:txXfrm>
        <a:off x="28100" y="2182551"/>
        <a:ext cx="4545792" cy="519439"/>
      </dsp:txXfrm>
    </dsp:sp>
    <dsp:sp modelId="{5E7B378E-8F9A-4938-AC18-0FD72E7C22DE}">
      <dsp:nvSpPr>
        <dsp:cNvPr id="0" name=""/>
        <dsp:cNvSpPr/>
      </dsp:nvSpPr>
      <dsp:spPr>
        <a:xfrm>
          <a:off x="0" y="2799210"/>
          <a:ext cx="4601992" cy="575639"/>
        </a:xfrm>
        <a:prstGeom prst="roundRect">
          <a:avLst/>
        </a:prstGeom>
        <a:solidFill>
          <a:schemeClr val="accent5">
            <a:hueOff val="4989790"/>
            <a:satOff val="-3210"/>
            <a:lumOff val="219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Condensateur 22 µF</a:t>
          </a:r>
        </a:p>
      </dsp:txBody>
      <dsp:txXfrm>
        <a:off x="28100" y="2827310"/>
        <a:ext cx="4545792" cy="519439"/>
      </dsp:txXfrm>
    </dsp:sp>
    <dsp:sp modelId="{8C15D5FD-172E-4E5C-81D8-8A161ECF7CA7}">
      <dsp:nvSpPr>
        <dsp:cNvPr id="0" name=""/>
        <dsp:cNvSpPr/>
      </dsp:nvSpPr>
      <dsp:spPr>
        <a:xfrm>
          <a:off x="0" y="3443970"/>
          <a:ext cx="4601992" cy="575639"/>
        </a:xfrm>
        <a:prstGeom prst="round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Condensateur 2,2 µF et 0,1µF</a:t>
          </a:r>
        </a:p>
      </dsp:txBody>
      <dsp:txXfrm>
        <a:off x="28100" y="3472070"/>
        <a:ext cx="4545792" cy="5194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65CA1-4C80-44EC-9EF6-649EAF12C503}">
      <dsp:nvSpPr>
        <dsp:cNvPr id="0" name=""/>
        <dsp:cNvSpPr/>
      </dsp:nvSpPr>
      <dsp:spPr>
        <a:xfrm>
          <a:off x="0" y="222310"/>
          <a:ext cx="5658020" cy="108108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100" b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L</m:t>
                </m:r>
                <m:r>
                  <m:rPr>
                    <m:lit/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_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min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Vin</m:t>
                    </m:r>
                    <m:r>
                      <m:rPr>
                        <m:lit/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max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−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Vout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</m:t>
                    </m:r>
                  </m:num>
                  <m:den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Iout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×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Kind</m:t>
                    </m:r>
                  </m:den>
                </m:f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 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×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</m:t>
                </m:r>
                <m:f>
                  <m:fPr>
                    <m:ctrl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Vout</m:t>
                    </m:r>
                  </m:num>
                  <m:den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Vin</m:t>
                    </m:r>
                    <m:r>
                      <m:rPr>
                        <m:lit/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f</m:t>
                    </m:r>
                    <m: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𝒔𝒘</m:t>
                    </m:r>
                  </m:den>
                </m:f>
              </m:oMath>
            </m:oMathPara>
          </a14:m>
          <a:endParaRPr lang="fr-FR" sz="2100" kern="1200" dirty="0"/>
        </a:p>
      </dsp:txBody>
      <dsp:txXfrm>
        <a:off x="52774" y="275084"/>
        <a:ext cx="5552472" cy="975532"/>
      </dsp:txXfrm>
    </dsp:sp>
    <dsp:sp modelId="{731A7533-F3B8-4D22-95BB-5F713401C387}">
      <dsp:nvSpPr>
        <dsp:cNvPr id="0" name=""/>
        <dsp:cNvSpPr/>
      </dsp:nvSpPr>
      <dsp:spPr>
        <a:xfrm>
          <a:off x="0" y="1372754"/>
          <a:ext cx="5658020" cy="108108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2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2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100" b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L</m:t>
                </m:r>
                <m:r>
                  <m:rPr>
                    <m:lit/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_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min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24 − 5</m:t>
                    </m:r>
                  </m:num>
                  <m:den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2,5 × 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𝟑𝟓</m:t>
                    </m:r>
                  </m:den>
                </m:f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 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×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</m:t>
                </m:r>
                <m:f>
                  <m:fPr>
                    <m:ctrl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𝟓</m:t>
                    </m:r>
                  </m:num>
                  <m:den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24 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𝟏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𝟎𝟎𝟎</m:t>
                    </m:r>
                  </m:den>
                </m:f>
              </m:oMath>
            </m:oMathPara>
          </a14:m>
          <a:endParaRPr lang="fr-FR" sz="2100" kern="1200" dirty="0"/>
        </a:p>
      </dsp:txBody>
      <dsp:txXfrm>
        <a:off x="52774" y="1425528"/>
        <a:ext cx="5552472" cy="975532"/>
      </dsp:txXfrm>
    </dsp:sp>
    <dsp:sp modelId="{75057F83-0F98-49D0-83E7-934CA3403E13}">
      <dsp:nvSpPr>
        <dsp:cNvPr id="0" name=""/>
        <dsp:cNvSpPr/>
      </dsp:nvSpPr>
      <dsp:spPr>
        <a:xfrm>
          <a:off x="0" y="2514314"/>
          <a:ext cx="5658020" cy="108108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100" b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L</m:t>
                </m:r>
                <m:r>
                  <m:rPr>
                    <m:lit/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_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min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 = </m:t>
                </m:r>
                <m:r>
                  <a:rPr lang="fr-FR" sz="2100" b="1" i="0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𝟒</m:t>
                </m:r>
                <m:r>
                  <a:rPr lang="fr-FR" sz="2100" b="1" i="0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,</m:t>
                </m:r>
                <m:r>
                  <a:rPr lang="fr-FR" sz="2100" b="1" i="0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𝟏𝟏</m:t>
                </m:r>
                <m:r>
                  <a:rPr lang="fr-FR" sz="2100" b="1" i="0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µ</m:t>
                </m:r>
                <m: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𝑯</m:t>
                </m:r>
              </m:oMath>
            </m:oMathPara>
          </a14:m>
          <a:endParaRPr lang="fr-FR" sz="2100" kern="1200" dirty="0"/>
        </a:p>
      </dsp:txBody>
      <dsp:txXfrm>
        <a:off x="52774" y="2567088"/>
        <a:ext cx="5552472" cy="9755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65CA1-4C80-44EC-9EF6-649EAF12C503}">
      <dsp:nvSpPr>
        <dsp:cNvPr id="0" name=""/>
        <dsp:cNvSpPr/>
      </dsp:nvSpPr>
      <dsp:spPr>
        <a:xfrm>
          <a:off x="0" y="13692"/>
          <a:ext cx="5658020" cy="109395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∆ </m:t>
                </m:r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iL</m:t>
                </m:r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Vout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(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Vin</m:t>
                    </m:r>
                    <m:r>
                      <m:rPr>
                        <m:lit/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max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−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Vout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)</m:t>
                    </m:r>
                  </m:num>
                  <m:den>
                    <m: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𝑽𝒊𝒏</m:t>
                    </m:r>
                    <m:r>
                      <m:rPr>
                        <m:lit/>
                      </m:rPr>
                      <a:rPr lang="fr-FR" sz="20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_</m:t>
                    </m:r>
                    <m:func>
                      <m:funcPr>
                        <m:ctrl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𝐦𝐚𝐱</m:t>
                        </m:r>
                      </m:fName>
                      <m:e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f</m:t>
                    </m:r>
                    <m: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𝒔𝒘</m:t>
                    </m:r>
                  </m:den>
                </m:f>
              </m:oMath>
            </m:oMathPara>
          </a14:m>
          <a:endParaRPr lang="fr-FR" sz="2000" kern="1200" dirty="0"/>
        </a:p>
      </dsp:txBody>
      <dsp:txXfrm>
        <a:off x="53402" y="67094"/>
        <a:ext cx="5551216" cy="987146"/>
      </dsp:txXfrm>
    </dsp:sp>
    <dsp:sp modelId="{731A7533-F3B8-4D22-95BB-5F713401C387}">
      <dsp:nvSpPr>
        <dsp:cNvPr id="0" name=""/>
        <dsp:cNvSpPr/>
      </dsp:nvSpPr>
      <dsp:spPr>
        <a:xfrm>
          <a:off x="0" y="1173703"/>
          <a:ext cx="5658020" cy="109395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2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2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∆ </m:t>
                </m:r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iL</m:t>
                </m:r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5 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(24− 5)</m:t>
                    </m:r>
                  </m:num>
                  <m:den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24 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(4,7 </m:t>
                    </m:r>
                    <m:sSup>
                      <m:sSupPr>
                        <m:ctrl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x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(1,1 </m:t>
                    </m:r>
                    <m:sSup>
                      <m:sSupPr>
                        <m:ctrl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)</m:t>
                    </m:r>
                  </m:den>
                </m:f>
              </m:oMath>
            </m:oMathPara>
          </a14:m>
          <a:endParaRPr lang="fr-FR" sz="2000" kern="1200" dirty="0"/>
        </a:p>
      </dsp:txBody>
      <dsp:txXfrm>
        <a:off x="53402" y="1227105"/>
        <a:ext cx="5551216" cy="987146"/>
      </dsp:txXfrm>
    </dsp:sp>
    <dsp:sp modelId="{75057F83-0F98-49D0-83E7-934CA3403E13}">
      <dsp:nvSpPr>
        <dsp:cNvPr id="0" name=""/>
        <dsp:cNvSpPr/>
      </dsp:nvSpPr>
      <dsp:spPr>
        <a:xfrm>
          <a:off x="0" y="2325253"/>
          <a:ext cx="5658020" cy="109395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000" b="1" i="1" kern="120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∆ </m:t>
                </m:r>
                <m:r>
                  <m:rPr>
                    <m:nor/>
                  </m:rPr>
                  <a:rPr lang="fr-FR" sz="2000" b="1" i="1" kern="120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iL</m:t>
                </m:r>
                <m:r>
                  <m:rPr>
                    <m:nor/>
                  </m:rPr>
                  <a:rPr lang="fr-FR" sz="2000" b="1" i="1" kern="120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0,76 </m:t>
                </m:r>
                <m:r>
                  <m:rPr>
                    <m:nor/>
                  </m:rPr>
                  <a:rPr lang="fr-FR" sz="2000" b="1" i="1" kern="120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A</m:t>
                </m:r>
              </m:oMath>
            </m:oMathPara>
          </a14:m>
          <a:endParaRPr lang="fr-FR" sz="2000" kern="1200" dirty="0"/>
        </a:p>
      </dsp:txBody>
      <dsp:txXfrm>
        <a:off x="53402" y="2378655"/>
        <a:ext cx="5551216" cy="9871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65CA1-4C80-44EC-9EF6-649EAF12C503}">
      <dsp:nvSpPr>
        <dsp:cNvPr id="0" name=""/>
        <dsp:cNvSpPr/>
      </dsp:nvSpPr>
      <dsp:spPr>
        <a:xfrm>
          <a:off x="0" y="20899"/>
          <a:ext cx="5658020" cy="1210949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RFBT</m:t>
                </m:r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𝑽𝒐𝒖𝒕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−</m:t>
                    </m:r>
                    <m: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𝑽𝒓𝒆𝒇</m:t>
                    </m:r>
                  </m:num>
                  <m:den>
                    <m: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𝑽𝒓𝒆𝒇</m:t>
                    </m:r>
                  </m:den>
                </m:f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×</m:t>
                </m:r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 </m:t>
                </m:r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RFBB</m:t>
                </m:r>
              </m:oMath>
            </m:oMathPara>
          </a14:m>
          <a:endParaRPr lang="fr-FR" sz="2300" kern="1200" dirty="0"/>
        </a:p>
      </dsp:txBody>
      <dsp:txXfrm>
        <a:off x="59114" y="80013"/>
        <a:ext cx="5539792" cy="1092721"/>
      </dsp:txXfrm>
    </dsp:sp>
    <dsp:sp modelId="{731A7533-F3B8-4D22-95BB-5F713401C387}">
      <dsp:nvSpPr>
        <dsp:cNvPr id="0" name=""/>
        <dsp:cNvSpPr/>
      </dsp:nvSpPr>
      <dsp:spPr>
        <a:xfrm>
          <a:off x="0" y="1307819"/>
          <a:ext cx="5658020" cy="1210949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2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2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RFBT</m:t>
                </m:r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𝟓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−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𝟖</m:t>
                    </m:r>
                  </m:num>
                  <m:den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𝟖</m:t>
                    </m:r>
                  </m:den>
                </m:f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×</m:t>
                </m:r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 (10,2</m:t>
                </m:r>
                <m:sSup>
                  <m:sSupPr>
                    <m:ctrl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x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𝟏𝟎</m:t>
                    </m:r>
                  </m:e>
                  <m:sup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𝟑</m:t>
                    </m:r>
                  </m:sup>
                </m:sSup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)</m:t>
                </m:r>
              </m:oMath>
            </m:oMathPara>
          </a14:m>
          <a:endParaRPr lang="fr-FR" sz="2300" kern="1200" dirty="0"/>
        </a:p>
      </dsp:txBody>
      <dsp:txXfrm>
        <a:off x="59114" y="1366933"/>
        <a:ext cx="5539792" cy="1092721"/>
      </dsp:txXfrm>
    </dsp:sp>
    <dsp:sp modelId="{75057F83-0F98-49D0-83E7-934CA3403E13}">
      <dsp:nvSpPr>
        <dsp:cNvPr id="0" name=""/>
        <dsp:cNvSpPr/>
      </dsp:nvSpPr>
      <dsp:spPr>
        <a:xfrm>
          <a:off x="0" y="2585009"/>
          <a:ext cx="5658020" cy="1210949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RFBT</m:t>
                </m:r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𝟓𝟑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,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𝟓𝟓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 </m:t>
                </m:r>
                <m: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𝒌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Ω</m:t>
                </m:r>
              </m:oMath>
            </m:oMathPara>
          </a14:m>
          <a:endParaRPr lang="fr-FR" sz="2300" kern="1200" dirty="0"/>
        </a:p>
      </dsp:txBody>
      <dsp:txXfrm>
        <a:off x="59114" y="2644123"/>
        <a:ext cx="5539792" cy="10927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Espace réservé de la date 2"/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2A8107B-4488-4DD6-927B-482FF07DD677}" type="datetime1">
              <a: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22/05/2026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Espace réservé du pied de page 3"/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Espace réservé du numéro de diapositive 4"/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6B7191E-9DC0-4AD9-8E95-04B0CCF9A707}" type="slidenum">
              <a:t>‹N°›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5042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3" name="Espace réservé de la date 2"/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289AC13C-7C1E-4628-94D4-2392BEB0BDBF}" type="datetime1">
              <a:rPr lang="fr-FR"/>
              <a:pPr lvl="0"/>
              <a:t>22/05/2026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Espace réservé des commentaires 4"/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fr-FR"/>
              <a:t>Modifiez les styles du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7" name="Espace réservé du numéro de diapositive 6"/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A0ADD1D8-0759-4F08-9BA8-528CA949676F}" type="slidenum"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3349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92C8D-0994-359C-25FA-132EF1BD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FFE4076-B6C6-4F02-0C87-92D8B6570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D2F7599-3E14-7837-C45D-36DA2C5CDF8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9D9AAC-62C1-5922-6CF4-6F4DFBE15E4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3557741-80A3-48D8-B8C9-0C319E3976F9}" type="slidenum">
              <a:t>1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7126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3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3378F-6511-C70B-CC21-4967DE50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924365E-0449-24D9-35F6-53077141C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3AA8953-837C-0D0C-0C87-DA787DD04D7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70E431-14B1-4392-AC39-49FC6277570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4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6284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6859-9AB4-ED71-3125-4F8D2AC7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0F13386-7434-E082-FCC7-B4F03C0C3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86F1EB2-C173-A86D-9EA1-2C431D6E7F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409A81-7C78-B5A8-FCF6-112A4C1AF39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5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2802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9A37-2DBA-68DD-478C-B13D62D82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39D339E-9A56-DDDD-D66A-7BB2E9BBF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15723E3-F6CD-4DEC-31AF-D5230E78B02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DA4DD3-B1B5-8285-D52D-5D678063D05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6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0464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AD30-28CF-8C63-D980-C7D8BB931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FBD5E7A-5F11-24C9-5648-CB422E75F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1EC6685-4A86-38B4-8C9D-CFDACA38660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A5E60C-F207-15AB-5A38-433ACD7D0B3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7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5595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2B81240-1AE2-4AF8-A8C8-9D8EAC70F7AD}" type="slidenum">
              <a:t>8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69ACC1D-2AE4-475F-BFD4-9D2AD302B39A}" type="slidenum">
              <a:t>9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2DEA72A-00E7-44BB-A749-B714FBCC2920}" type="slidenum">
              <a:t>10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BCF866D-1A98-4A62-A32F-58E55239BAE1}" type="slidenum">
              <a:t>11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669C908-43BC-45B4-AEFF-9E1D8D41E784}" type="slidenum">
              <a:t>12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378EA-1B37-0EBB-A358-EBA4508E0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CE39963-8E83-9AC3-7EB1-85ABBCD3D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217DE3F-7ABC-4B15-CCCA-FE3936B2E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C96248-A793-EF2E-88CD-167BCD2DC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A0ADD1D8-0759-4F08-9BA8-528CA949676F}" type="slidenum">
              <a:rPr lang="fr-FR" smtClean="0"/>
              <a:t>29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6598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74FAA60-2658-49CA-9C52-1EA150B3D70F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53C5976-AD59-415C-9FE8-864E4C84D40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29888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0F20108-D5EC-4FBE-B892-99EFD991CDF0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18409E3-64EC-44FB-B16E-C2550B152E5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29029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08AD626-E07B-44F4-A663-DDE4CB9B62B1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B070DB1-DC6C-40FD-BD1D-87655EED945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6572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D2952C2-BC57-4256-B533-BE7C2AFE4E3F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569981-F49F-4ABD-B69D-D1FC9F1A61D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5509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D384255-2AF4-4010-9A62-87A463EE50BA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095E9F0-28A2-4F00-A9A1-B33F659E5A5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239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E97B504-DE31-410F-A25B-B5496B8DA589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06C6DE6-87C7-48DB-8A6F-E55DC5239F8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8937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30C9556-AD45-419B-8EC7-E4DAD16BD1D5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D48C9B8-17D9-4B97-ADFE-18AE23F34501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8368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F2D2B14-D6B1-4AEA-BE55-E065FA8ABBD8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9262B38-0B85-4BF6-A063-5D88A3CA117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18689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55EE2FD-5956-4834-9911-34CD6893455E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CB43935-31D2-4653-956A-7822BB07554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95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3901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4811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9667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4101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1483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6596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2A54D60-C1D0-44DD-BFE2-2A9DE7C131BE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9C1EC1-E5D9-49E8-8FB1-58D3149B5FF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37158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818EC74-529B-4828-B629-E342C3C48937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1AE59BF-FA08-4766-B2AC-04EE13774371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7082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lvl="0"/>
            <a:fld id="{056B9097-FAAE-48EF-AB2A-ED3F68BCEBD4}" type="datetime1">
              <a:rPr lang="fr-FR" smtClean="0"/>
              <a:pPr lvl="0"/>
              <a:t>22/05/2026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83565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13" Type="http://schemas.openxmlformats.org/officeDocument/2006/relationships/diagramLayout" Target="../diagrams/layout5.xml"/><Relationship Id="rId18" Type="http://schemas.openxmlformats.org/officeDocument/2006/relationships/diagramLayout" Target="../diagrams/layout5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diagramData" Target="../diagrams/data6.xml"/><Relationship Id="rId17" Type="http://schemas.openxmlformats.org/officeDocument/2006/relationships/diagramData" Target="../diagrams/data7.xml"/><Relationship Id="rId2" Type="http://schemas.openxmlformats.org/officeDocument/2006/relationships/notesSlide" Target="../notesSlides/notesSlide10.xml"/><Relationship Id="rId16" Type="http://schemas.microsoft.com/office/2007/relationships/diagramDrawing" Target="../diagrams/drawing5.xml"/><Relationship Id="rId20" Type="http://schemas.openxmlformats.org/officeDocument/2006/relationships/diagramColors" Target="../diagrams/colors5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5" Type="http://schemas.openxmlformats.org/officeDocument/2006/relationships/diagramColors" Target="../diagrams/colors5.xml"/><Relationship Id="rId10" Type="http://schemas.openxmlformats.org/officeDocument/2006/relationships/diagramQuickStyle" Target="../diagrams/quickStyle4.xml"/><Relationship Id="rId19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4.xml"/><Relationship Id="rId1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3" Type="http://schemas.openxmlformats.org/officeDocument/2006/relationships/diagramData" Target="../diagrams/data8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A44E6E-5911-3E12-2476-FE1D3C9B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308969E-32FD-42B6-3FC9-3D28F3EE6B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10623" y="2040941"/>
            <a:ext cx="3333676" cy="1955206"/>
          </a:xfr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fr-FR" sz="6600" noProof="0" dirty="0"/>
              <a:t>PROJET VELUX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03E8A0C-F7D8-7CFB-2481-5F94BD8F9A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210623" y="4740729"/>
            <a:ext cx="3333676" cy="14695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 sz="1800" noProof="0" dirty="0"/>
              <a:t>MALINGE Louison                                                                                   17/03/2026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484F10F-334C-431A-8E30-B66B496C5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475977" y="-475977"/>
            <a:ext cx="6858000" cy="7809953"/>
          </a:xfrm>
          <a:custGeom>
            <a:avLst/>
            <a:gdLst>
              <a:gd name="connsiteX0" fmla="*/ 6858000 w 6858000"/>
              <a:gd name="connsiteY0" fmla="*/ 1344715 h 7809953"/>
              <a:gd name="connsiteX1" fmla="*/ 6858000 w 6858000"/>
              <a:gd name="connsiteY1" fmla="*/ 1177 h 7809953"/>
              <a:gd name="connsiteX2" fmla="*/ 6702323 w 6858000"/>
              <a:gd name="connsiteY2" fmla="*/ 26222 h 7809953"/>
              <a:gd name="connsiteX3" fmla="*/ 6547332 w 6858000"/>
              <a:gd name="connsiteY3" fmla="*/ 50091 h 7809953"/>
              <a:gd name="connsiteX4" fmla="*/ 6391656 w 6858000"/>
              <a:gd name="connsiteY4" fmla="*/ 73455 h 7809953"/>
              <a:gd name="connsiteX5" fmla="*/ 6235293 w 6858000"/>
              <a:gd name="connsiteY5" fmla="*/ 93458 h 7809953"/>
              <a:gd name="connsiteX6" fmla="*/ 6079617 w 6858000"/>
              <a:gd name="connsiteY6" fmla="*/ 113629 h 7809953"/>
              <a:gd name="connsiteX7" fmla="*/ 5923254 w 6858000"/>
              <a:gd name="connsiteY7" fmla="*/ 132455 h 7809953"/>
              <a:gd name="connsiteX8" fmla="*/ 5768949 w 6858000"/>
              <a:gd name="connsiteY8" fmla="*/ 148591 h 7809953"/>
              <a:gd name="connsiteX9" fmla="*/ 5612587 w 6858000"/>
              <a:gd name="connsiteY9" fmla="*/ 163887 h 7809953"/>
              <a:gd name="connsiteX10" fmla="*/ 5456910 w 6858000"/>
              <a:gd name="connsiteY10" fmla="*/ 177839 h 7809953"/>
              <a:gd name="connsiteX11" fmla="*/ 5303977 w 6858000"/>
              <a:gd name="connsiteY11" fmla="*/ 189941 h 7809953"/>
              <a:gd name="connsiteX12" fmla="*/ 5148986 w 6858000"/>
              <a:gd name="connsiteY12" fmla="*/ 202044 h 7809953"/>
              <a:gd name="connsiteX13" fmla="*/ 4996053 w 6858000"/>
              <a:gd name="connsiteY13" fmla="*/ 212129 h 7809953"/>
              <a:gd name="connsiteX14" fmla="*/ 4843119 w 6858000"/>
              <a:gd name="connsiteY14" fmla="*/ 220029 h 7809953"/>
              <a:gd name="connsiteX15" fmla="*/ 4690872 w 6858000"/>
              <a:gd name="connsiteY15" fmla="*/ 228266 h 7809953"/>
              <a:gd name="connsiteX16" fmla="*/ 4539996 w 6858000"/>
              <a:gd name="connsiteY16" fmla="*/ 235157 h 7809953"/>
              <a:gd name="connsiteX17" fmla="*/ 4390491 w 6858000"/>
              <a:gd name="connsiteY17" fmla="*/ 240032 h 7809953"/>
              <a:gd name="connsiteX18" fmla="*/ 4240987 w 6858000"/>
              <a:gd name="connsiteY18" fmla="*/ 244234 h 7809953"/>
              <a:gd name="connsiteX19" fmla="*/ 4092855 w 6858000"/>
              <a:gd name="connsiteY19" fmla="*/ 248268 h 7809953"/>
              <a:gd name="connsiteX20" fmla="*/ 3946779 w 6858000"/>
              <a:gd name="connsiteY20" fmla="*/ 250117 h 7809953"/>
              <a:gd name="connsiteX21" fmla="*/ 3800704 w 6858000"/>
              <a:gd name="connsiteY21" fmla="*/ 252134 h 7809953"/>
              <a:gd name="connsiteX22" fmla="*/ 3656685 w 6858000"/>
              <a:gd name="connsiteY22" fmla="*/ 253143 h 7809953"/>
              <a:gd name="connsiteX23" fmla="*/ 3514039 w 6858000"/>
              <a:gd name="connsiteY23" fmla="*/ 252134 h 7809953"/>
              <a:gd name="connsiteX24" fmla="*/ 3372765 w 6858000"/>
              <a:gd name="connsiteY24" fmla="*/ 252134 h 7809953"/>
              <a:gd name="connsiteX25" fmla="*/ 3232861 w 6858000"/>
              <a:gd name="connsiteY25" fmla="*/ 250117 h 7809953"/>
              <a:gd name="connsiteX26" fmla="*/ 3095701 w 6858000"/>
              <a:gd name="connsiteY26" fmla="*/ 247092 h 7809953"/>
              <a:gd name="connsiteX27" fmla="*/ 2959913 w 6858000"/>
              <a:gd name="connsiteY27" fmla="*/ 244234 h 7809953"/>
              <a:gd name="connsiteX28" fmla="*/ 2826868 w 6858000"/>
              <a:gd name="connsiteY28" fmla="*/ 241040 h 7809953"/>
              <a:gd name="connsiteX29" fmla="*/ 2694508 w 6858000"/>
              <a:gd name="connsiteY29" fmla="*/ 236166 h 7809953"/>
              <a:gd name="connsiteX30" fmla="*/ 2564207 w 6858000"/>
              <a:gd name="connsiteY30" fmla="*/ 230955 h 7809953"/>
              <a:gd name="connsiteX31" fmla="*/ 2436648 w 6858000"/>
              <a:gd name="connsiteY31" fmla="*/ 226249 h 7809953"/>
              <a:gd name="connsiteX32" fmla="*/ 2187702 w 6858000"/>
              <a:gd name="connsiteY32" fmla="*/ 212969 h 7809953"/>
              <a:gd name="connsiteX33" fmla="*/ 1949044 w 6858000"/>
              <a:gd name="connsiteY33" fmla="*/ 198850 h 7809953"/>
              <a:gd name="connsiteX34" fmla="*/ 1719987 w 6858000"/>
              <a:gd name="connsiteY34" fmla="*/ 184058 h 7809953"/>
              <a:gd name="connsiteX35" fmla="*/ 1503274 w 6858000"/>
              <a:gd name="connsiteY35" fmla="*/ 167753 h 7809953"/>
              <a:gd name="connsiteX36" fmla="*/ 1296162 w 6858000"/>
              <a:gd name="connsiteY36" fmla="*/ 150776 h 7809953"/>
              <a:gd name="connsiteX37" fmla="*/ 1104138 w 6858000"/>
              <a:gd name="connsiteY37" fmla="*/ 132455 h 7809953"/>
              <a:gd name="connsiteX38" fmla="*/ 923773 w 6858000"/>
              <a:gd name="connsiteY38" fmla="*/ 114469 h 7809953"/>
              <a:gd name="connsiteX39" fmla="*/ 757809 w 6858000"/>
              <a:gd name="connsiteY39" fmla="*/ 96484 h 7809953"/>
              <a:gd name="connsiteX40" fmla="*/ 605562 w 6858000"/>
              <a:gd name="connsiteY40" fmla="*/ 79507 h 7809953"/>
              <a:gd name="connsiteX41" fmla="*/ 470459 w 6858000"/>
              <a:gd name="connsiteY41" fmla="*/ 63370 h 7809953"/>
              <a:gd name="connsiteX42" fmla="*/ 348387 w 6858000"/>
              <a:gd name="connsiteY42" fmla="*/ 48074 h 7809953"/>
              <a:gd name="connsiteX43" fmla="*/ 245517 w 6858000"/>
              <a:gd name="connsiteY43" fmla="*/ 35299 h 7809953"/>
              <a:gd name="connsiteX44" fmla="*/ 159106 w 6858000"/>
              <a:gd name="connsiteY44" fmla="*/ 23197 h 7809953"/>
              <a:gd name="connsiteX45" fmla="*/ 40462 w 6858000"/>
              <a:gd name="connsiteY45" fmla="*/ 5883 h 7809953"/>
              <a:gd name="connsiteX46" fmla="*/ 0 w 6858000"/>
              <a:gd name="connsiteY46" fmla="*/ 0 h 7809953"/>
              <a:gd name="connsiteX47" fmla="*/ 0 w 6858000"/>
              <a:gd name="connsiteY47" fmla="*/ 652830 h 7809953"/>
              <a:gd name="connsiteX48" fmla="*/ 0 w 6858000"/>
              <a:gd name="connsiteY48" fmla="*/ 652830 h 7809953"/>
              <a:gd name="connsiteX49" fmla="*/ 0 w 6858000"/>
              <a:gd name="connsiteY49" fmla="*/ 7809953 h 7809953"/>
              <a:gd name="connsiteX50" fmla="*/ 6857999 w 6858000"/>
              <a:gd name="connsiteY50" fmla="*/ 7809953 h 7809953"/>
              <a:gd name="connsiteX51" fmla="*/ 6857999 w 6858000"/>
              <a:gd name="connsiteY51" fmla="*/ 1344715 h 780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0" h="7809953">
                <a:moveTo>
                  <a:pt x="6858000" y="1344715"/>
                </a:moveTo>
                <a:lnTo>
                  <a:pt x="6858000" y="1177"/>
                </a:lnTo>
                <a:lnTo>
                  <a:pt x="6702323" y="26222"/>
                </a:lnTo>
                <a:lnTo>
                  <a:pt x="6547332" y="50091"/>
                </a:lnTo>
                <a:lnTo>
                  <a:pt x="6391656" y="73455"/>
                </a:lnTo>
                <a:lnTo>
                  <a:pt x="6235293" y="93458"/>
                </a:lnTo>
                <a:lnTo>
                  <a:pt x="6079617" y="113629"/>
                </a:lnTo>
                <a:lnTo>
                  <a:pt x="5923254" y="132455"/>
                </a:lnTo>
                <a:lnTo>
                  <a:pt x="5768949" y="148591"/>
                </a:lnTo>
                <a:lnTo>
                  <a:pt x="5612587" y="163887"/>
                </a:lnTo>
                <a:lnTo>
                  <a:pt x="5456910" y="177839"/>
                </a:lnTo>
                <a:lnTo>
                  <a:pt x="5303977" y="189941"/>
                </a:lnTo>
                <a:lnTo>
                  <a:pt x="5148986" y="202044"/>
                </a:lnTo>
                <a:lnTo>
                  <a:pt x="4996053" y="212129"/>
                </a:lnTo>
                <a:lnTo>
                  <a:pt x="4843119" y="220029"/>
                </a:lnTo>
                <a:lnTo>
                  <a:pt x="4690872" y="228266"/>
                </a:lnTo>
                <a:lnTo>
                  <a:pt x="4539996" y="235157"/>
                </a:lnTo>
                <a:lnTo>
                  <a:pt x="4390491" y="240032"/>
                </a:lnTo>
                <a:lnTo>
                  <a:pt x="4240987" y="244234"/>
                </a:lnTo>
                <a:lnTo>
                  <a:pt x="4092855" y="248268"/>
                </a:lnTo>
                <a:lnTo>
                  <a:pt x="3946779" y="250117"/>
                </a:lnTo>
                <a:lnTo>
                  <a:pt x="3800704" y="252134"/>
                </a:lnTo>
                <a:lnTo>
                  <a:pt x="3656685" y="253143"/>
                </a:lnTo>
                <a:lnTo>
                  <a:pt x="3514039" y="252134"/>
                </a:lnTo>
                <a:lnTo>
                  <a:pt x="3372765" y="252134"/>
                </a:lnTo>
                <a:lnTo>
                  <a:pt x="3232861" y="250117"/>
                </a:lnTo>
                <a:lnTo>
                  <a:pt x="3095701" y="247092"/>
                </a:lnTo>
                <a:lnTo>
                  <a:pt x="2959913" y="244234"/>
                </a:lnTo>
                <a:lnTo>
                  <a:pt x="2826868" y="241040"/>
                </a:lnTo>
                <a:lnTo>
                  <a:pt x="2694508" y="236166"/>
                </a:lnTo>
                <a:lnTo>
                  <a:pt x="2564207" y="230955"/>
                </a:lnTo>
                <a:lnTo>
                  <a:pt x="2436648" y="226249"/>
                </a:lnTo>
                <a:lnTo>
                  <a:pt x="2187702" y="212969"/>
                </a:lnTo>
                <a:lnTo>
                  <a:pt x="1949044" y="198850"/>
                </a:lnTo>
                <a:lnTo>
                  <a:pt x="1719987" y="184058"/>
                </a:lnTo>
                <a:lnTo>
                  <a:pt x="1503274" y="167753"/>
                </a:lnTo>
                <a:lnTo>
                  <a:pt x="1296162" y="150776"/>
                </a:lnTo>
                <a:lnTo>
                  <a:pt x="1104138" y="132455"/>
                </a:lnTo>
                <a:lnTo>
                  <a:pt x="923773" y="114469"/>
                </a:lnTo>
                <a:lnTo>
                  <a:pt x="757809" y="96484"/>
                </a:lnTo>
                <a:lnTo>
                  <a:pt x="605562" y="79507"/>
                </a:lnTo>
                <a:lnTo>
                  <a:pt x="470459" y="63370"/>
                </a:lnTo>
                <a:lnTo>
                  <a:pt x="348387" y="48074"/>
                </a:lnTo>
                <a:lnTo>
                  <a:pt x="245517" y="35299"/>
                </a:lnTo>
                <a:lnTo>
                  <a:pt x="159106" y="23197"/>
                </a:lnTo>
                <a:lnTo>
                  <a:pt x="40462" y="5883"/>
                </a:lnTo>
                <a:lnTo>
                  <a:pt x="0" y="0"/>
                </a:lnTo>
                <a:lnTo>
                  <a:pt x="0" y="652830"/>
                </a:lnTo>
                <a:lnTo>
                  <a:pt x="0" y="652830"/>
                </a:lnTo>
                <a:lnTo>
                  <a:pt x="0" y="7809953"/>
                </a:lnTo>
                <a:lnTo>
                  <a:pt x="6857999" y="7809953"/>
                </a:lnTo>
                <a:lnTo>
                  <a:pt x="6857999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Image 5" descr="La Jubaudière (49) - Itanci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5007" y="647699"/>
            <a:ext cx="5088355" cy="2658666"/>
          </a:xfrm>
          <a:prstGeom prst="rect">
            <a:avLst/>
          </a:prstGeom>
          <a:noFill/>
          <a:effectLst/>
        </p:spPr>
      </p:pic>
      <p:sp>
        <p:nvSpPr>
          <p:cNvPr id="26" name="Freeform 31">
            <a:extLst>
              <a:ext uri="{FF2B5EF4-FFF2-40B4-BE49-F238E27FC236}">
                <a16:creationId xmlns:a16="http://schemas.microsoft.com/office/drawing/2014/main" id="{AEA0BB24-2B23-4B19-996F-58DA607EE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6" name="Image 5" descr="ACCUEIL - Saint Aubin La Sall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433" y="3501360"/>
            <a:ext cx="5875504" cy="2658666"/>
          </a:xfrm>
          <a:prstGeom prst="rect">
            <a:avLst/>
          </a:prstGeom>
          <a:noFill/>
          <a:effectLst/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F8253DA-FB39-74C1-DB49-2B303C1AA93F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21520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126716-E5D6-9A31-666F-60A6A03B7C86}"/>
              </a:ext>
            </a:extLst>
          </p:cNvPr>
          <p:cNvSpPr txBox="1">
            <a:spLocks/>
          </p:cNvSpPr>
          <p:nvPr/>
        </p:nvSpPr>
        <p:spPr>
          <a:xfrm>
            <a:off x="1290487" y="136180"/>
            <a:ext cx="9404723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72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SOMMAIRE</a:t>
            </a: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38382C99-0E0F-5A3E-1B80-0D3F05AF2D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1190330"/>
              </p:ext>
            </p:extLst>
          </p:nvPr>
        </p:nvGraphicFramePr>
        <p:xfrm>
          <a:off x="943096" y="1493752"/>
          <a:ext cx="10099506" cy="48210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DD0CE30F-900B-FB82-6833-46BAA9EF931E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1398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re 1"/>
          <p:cNvSpPr txBox="1">
            <a:spLocks noGrp="1"/>
          </p:cNvSpPr>
          <p:nvPr>
            <p:ph type="title"/>
          </p:nvPr>
        </p:nvSpPr>
        <p:spPr>
          <a:xfrm>
            <a:off x="276881" y="605133"/>
            <a:ext cx="5029974" cy="2064551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 sz="6000" b="0" i="0" kern="1200" noProof="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Présentation du projet</a:t>
            </a:r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56" name="Freeform: Shape 5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fr-FR" dirty="0"/>
          </a:p>
        </p:txBody>
      </p:sp>
      <p:pic>
        <p:nvPicPr>
          <p:cNvPr id="6" name="Image 3"/>
          <p:cNvPicPr>
            <a:picLocks noChangeAspect="1"/>
          </p:cNvPicPr>
          <p:nvPr/>
        </p:nvPicPr>
        <p:blipFill>
          <a:blip r:embed="rId7"/>
          <a:srcRect l="10976" r="19945" b="-1"/>
          <a:stretch>
            <a:fillRect/>
          </a:stretch>
        </p:blipFill>
        <p:spPr>
          <a:xfrm>
            <a:off x="5583736" y="1203700"/>
            <a:ext cx="6507262" cy="52988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4" name="Text Placeholder 2"/>
          <p:cNvSpPr txBox="1">
            <a:spLocks noGrp="1"/>
          </p:cNvSpPr>
          <p:nvPr>
            <p:ph type="body" sz="half" idx="2"/>
          </p:nvPr>
        </p:nvSpPr>
        <p:spPr>
          <a:xfrm>
            <a:off x="609364" y="3115008"/>
            <a:ext cx="4166509" cy="236545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lvl="0" indent="-285750">
              <a:buFont typeface="Wingdings 3" charset="2"/>
              <a:buChar char=""/>
            </a:pPr>
            <a:r>
              <a:rPr lang="en-US" sz="2800" noProof="0" dirty="0">
                <a:solidFill>
                  <a:srgbClr val="EBEBEB"/>
                </a:solidFill>
              </a:rPr>
              <a:t>Origine du projet </a:t>
            </a:r>
          </a:p>
          <a:p>
            <a:pPr marL="285750" lvl="0" indent="-285750">
              <a:buFont typeface="Wingdings 3" charset="2"/>
              <a:buChar char=""/>
            </a:pPr>
            <a:r>
              <a:rPr lang="en-US" sz="2800" dirty="0">
                <a:solidFill>
                  <a:srgbClr val="EBEBEB"/>
                </a:solidFill>
              </a:rPr>
              <a:t>Objectif du projet </a:t>
            </a:r>
          </a:p>
          <a:p>
            <a:pPr marL="285750" lvl="0" indent="-285750">
              <a:buFont typeface="Wingdings 3" charset="2"/>
              <a:buChar char=""/>
            </a:pPr>
            <a:r>
              <a:rPr lang="en-US" sz="2800" noProof="0" dirty="0">
                <a:solidFill>
                  <a:srgbClr val="EBEBEB"/>
                </a:solidFill>
              </a:rPr>
              <a:t>Processus du projet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3D68631-1615-5478-0AA7-0355D595264F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fr-FR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44118-35C0-91C7-39FA-B69259321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061D6E92-389A-5A9C-D8E4-C357E8FC8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z="4200" b="0" i="0" kern="1200" noProof="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Gantt </a:t>
            </a: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0D34249-207D-792B-B71F-F1977FBFCF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683" y="1549506"/>
            <a:ext cx="8206825" cy="504352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A0059170-7243-3779-AA9F-EF726B82475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65366" b="551"/>
          <a:stretch>
            <a:fillRect/>
          </a:stretch>
        </p:blipFill>
        <p:spPr>
          <a:xfrm>
            <a:off x="8605878" y="1549506"/>
            <a:ext cx="3014692" cy="5043526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564F3040-C9FE-6500-552C-ABB560BC7E78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fr-FR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21830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7636F-0B0E-0A97-976D-B3C3B4F92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BCA6E265-5483-EA40-ED44-1339F105F9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210"/>
          <a:stretch>
            <a:fillRect/>
          </a:stretch>
        </p:blipFill>
        <p:spPr>
          <a:xfrm>
            <a:off x="294106" y="1471575"/>
            <a:ext cx="4878489" cy="493184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5841265-DAE9-6C04-9E36-CCB9167BA5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542"/>
          <a:stretch>
            <a:fillRect/>
          </a:stretch>
        </p:blipFill>
        <p:spPr>
          <a:xfrm>
            <a:off x="5172595" y="1471575"/>
            <a:ext cx="6818679" cy="492191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408373B7-D054-D91B-10CC-1723D3B5C877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16020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00FF7-A19C-C851-8C67-47AB57E4C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6F495B9-C9C7-F198-55F1-2FDD5F4C4B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210"/>
          <a:stretch>
            <a:fillRect/>
          </a:stretch>
        </p:blipFill>
        <p:spPr>
          <a:xfrm>
            <a:off x="552786" y="1447800"/>
            <a:ext cx="4878489" cy="493184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4396C78-01A2-ACB3-0DA1-3A571E6E1D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331"/>
          <a:stretch>
            <a:fillRect/>
          </a:stretch>
        </p:blipFill>
        <p:spPr>
          <a:xfrm>
            <a:off x="5431274" y="1447800"/>
            <a:ext cx="3188679" cy="493333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8F963EB-1CE9-9C88-7607-7D79451D2A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4553" y="1441449"/>
            <a:ext cx="2989235" cy="4931841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3D4F7048-C123-EFEC-7C79-0989B7A18200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557228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AF0E3-BB7F-01A3-66DB-255BD78DA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C3C4422-0465-104C-FAED-80FACDF034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210"/>
          <a:stretch>
            <a:fillRect/>
          </a:stretch>
        </p:blipFill>
        <p:spPr>
          <a:xfrm>
            <a:off x="904238" y="1211725"/>
            <a:ext cx="5339235" cy="539762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3DAB44F-CD60-E5D3-196A-145C66093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473" y="1211725"/>
            <a:ext cx="1529762" cy="539762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1D05A23-5753-3488-655A-B355E510C4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3235" y="1211725"/>
            <a:ext cx="3463117" cy="539762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16468DB-F8C6-A00D-8384-5B739F17E362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983655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646111" y="288951"/>
            <a:ext cx="9404723" cy="1400530"/>
          </a:xfrm>
        </p:spPr>
        <p:txBody>
          <a:bodyPr/>
          <a:lstStyle/>
          <a:p>
            <a:pPr lvl="0"/>
            <a:r>
              <a:rPr lang="fr-FR" noProof="0" dirty="0">
                <a:ea typeface="Tahoma" pitchFamily="34"/>
                <a:cs typeface="Tahoma" pitchFamily="34"/>
              </a:rPr>
              <a:t>Diagramme Cas d’utilisation</a:t>
            </a:r>
          </a:p>
        </p:txBody>
      </p:sp>
      <p:pic>
        <p:nvPicPr>
          <p:cNvPr id="3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8370" y="1214312"/>
            <a:ext cx="10355260" cy="5354737"/>
          </a:xfr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7632681-C136-BD78-B161-0B70E9502201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67CA421-FA2B-47ED-A101-F8BBEBB29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0186892" y="3263085"/>
            <a:ext cx="2005108" cy="8119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US" sz="2400" b="0" i="0" kern="1200" noProof="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Diagramme d’exigence</a:t>
            </a:r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12425D82-CD5E-45A4-9542-70951E59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914" y="639905"/>
            <a:ext cx="6915664" cy="557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21DB897-A621-4D5F-AC81-91199AC4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491D0E5-ADFC-7714-3B30-EB5FBE761972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2C2B698-204E-084C-E7C0-95EB178F10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28" y="593623"/>
            <a:ext cx="10079064" cy="588337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7EA027A-5778-2AA2-97FE-86E7B7955A8C}"/>
              </a:ext>
            </a:extLst>
          </p:cNvPr>
          <p:cNvSpPr/>
          <p:nvPr/>
        </p:nvSpPr>
        <p:spPr>
          <a:xfrm>
            <a:off x="5537631" y="1082972"/>
            <a:ext cx="4776663" cy="45325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098987" y="606316"/>
            <a:ext cx="3669394" cy="51968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lvl="0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Choix des composants</a:t>
            </a:r>
          </a:p>
        </p:txBody>
      </p:sp>
      <p:sp>
        <p:nvSpPr>
          <p:cNvPr id="3" name="Espace réservé du texte 3"/>
          <p:cNvSpPr txBox="1">
            <a:spLocks noGrp="1"/>
          </p:cNvSpPr>
          <p:nvPr>
            <p:ph type="body" sz="half" idx="2"/>
          </p:nvPr>
        </p:nvSpPr>
        <p:spPr>
          <a:xfrm>
            <a:off x="1290913" y="1645517"/>
            <a:ext cx="3600001" cy="3836721"/>
          </a:xfrm>
        </p:spPr>
        <p:txBody>
          <a:bodyPr/>
          <a:lstStyle/>
          <a:p>
            <a:pPr lvl="0"/>
            <a:endParaRPr lang="fr-FR" sz="1600" noProof="0" dirty="0"/>
          </a:p>
          <a:p>
            <a:pPr lvl="0"/>
            <a:endParaRPr lang="fr-FR" sz="160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7AEF65-6DC8-6A06-8463-4AB4A79BABF8}"/>
              </a:ext>
            </a:extLst>
          </p:cNvPr>
          <p:cNvSpPr/>
          <p:nvPr/>
        </p:nvSpPr>
        <p:spPr>
          <a:xfrm>
            <a:off x="561469" y="1082972"/>
            <a:ext cx="4704623" cy="538680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D93F41B7-38CE-E849-D3CF-319AE1CE5A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5476290"/>
              </p:ext>
            </p:extLst>
          </p:nvPr>
        </p:nvGraphicFramePr>
        <p:xfrm>
          <a:off x="644195" y="1178351"/>
          <a:ext cx="4539169" cy="5196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73A00460-1CB5-7A57-903A-479F1D9CD4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960371"/>
              </p:ext>
            </p:extLst>
          </p:nvPr>
        </p:nvGraphicFramePr>
        <p:xfrm>
          <a:off x="5624967" y="1242456"/>
          <a:ext cx="4601992" cy="42397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2" name="Titre 1">
            <a:extLst>
              <a:ext uri="{FF2B5EF4-FFF2-40B4-BE49-F238E27FC236}">
                <a16:creationId xmlns:a16="http://schemas.microsoft.com/office/drawing/2014/main" id="{2F745DC7-6F7A-DA85-C2A9-CD5263968651}"/>
              </a:ext>
            </a:extLst>
          </p:cNvPr>
          <p:cNvSpPr txBox="1">
            <a:spLocks/>
          </p:cNvSpPr>
          <p:nvPr/>
        </p:nvSpPr>
        <p:spPr>
          <a:xfrm>
            <a:off x="6096000" y="563288"/>
            <a:ext cx="3669394" cy="51968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Alimentation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C7A1E31-FCCE-1CF0-DDE7-CCF9280182AC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29ABDAB-20CF-B8F6-8A61-D2DFDBCBE48F}"/>
              </a:ext>
            </a:extLst>
          </p:cNvPr>
          <p:cNvSpPr/>
          <p:nvPr/>
        </p:nvSpPr>
        <p:spPr>
          <a:xfrm>
            <a:off x="-203886" y="406413"/>
            <a:ext cx="9384405" cy="855265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39185" y="562087"/>
            <a:ext cx="8893133" cy="601227"/>
          </a:xfrm>
        </p:spPr>
        <p:txBody>
          <a:bodyPr/>
          <a:lstStyle/>
          <a:p>
            <a:pPr lvl="0" algn="ctr"/>
            <a:r>
              <a:rPr lang="fr-FR" sz="44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Calcule Valeur Bobine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Diagramme 14">
                <a:extLst>
                  <a:ext uri="{FF2B5EF4-FFF2-40B4-BE49-F238E27FC236}">
                    <a16:creationId xmlns:a16="http://schemas.microsoft.com/office/drawing/2014/main" id="{C6D31458-F211-D583-BABC-0EE6753E884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96414092"/>
                  </p:ext>
                </p:extLst>
              </p:nvPr>
            </p:nvGraphicFramePr>
            <p:xfrm>
              <a:off x="425622" y="1987262"/>
              <a:ext cx="5658020" cy="382658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15" name="Diagramme 14">
                <a:extLst>
                  <a:ext uri="{FF2B5EF4-FFF2-40B4-BE49-F238E27FC236}">
                    <a16:creationId xmlns:a16="http://schemas.microsoft.com/office/drawing/2014/main" id="{C6D31458-F211-D583-BABC-0EE6753E884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96414092"/>
                  </p:ext>
                </p:extLst>
              </p:nvPr>
            </p:nvGraphicFramePr>
            <p:xfrm>
              <a:off x="425622" y="1987262"/>
              <a:ext cx="5658020" cy="382658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Diagramme 24">
                <a:extLst>
                  <a:ext uri="{FF2B5EF4-FFF2-40B4-BE49-F238E27FC236}">
                    <a16:creationId xmlns:a16="http://schemas.microsoft.com/office/drawing/2014/main" id="{80C7C5AE-A7A0-470E-5566-88428A26D20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44403276"/>
                  </p:ext>
                </p:extLst>
              </p:nvPr>
            </p:nvGraphicFramePr>
            <p:xfrm>
              <a:off x="6343137" y="2193324"/>
              <a:ext cx="5658020" cy="344135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2" r:lo="rId13" r:qs="rId14" r:cs="rId15"/>
              </a:graphicData>
            </a:graphic>
          </p:graphicFrame>
        </mc:Choice>
        <mc:Fallback xmlns="">
          <p:graphicFrame>
            <p:nvGraphicFramePr>
              <p:cNvPr id="25" name="Diagramme 24">
                <a:extLst>
                  <a:ext uri="{FF2B5EF4-FFF2-40B4-BE49-F238E27FC236}">
                    <a16:creationId xmlns:a16="http://schemas.microsoft.com/office/drawing/2014/main" id="{80C7C5AE-A7A0-470E-5566-88428A26D20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44403276"/>
                  </p:ext>
                </p:extLst>
              </p:nvPr>
            </p:nvGraphicFramePr>
            <p:xfrm>
              <a:off x="6343137" y="2193324"/>
              <a:ext cx="5658020" cy="344135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7" r:lo="rId18" r:qs="rId19" r:cs="rId20"/>
              </a:graphicData>
            </a:graphic>
          </p:graphicFrame>
        </mc:Fallback>
      </mc:AlternateContent>
      <p:sp>
        <p:nvSpPr>
          <p:cNvPr id="4" name="ZoneTexte 3">
            <a:extLst>
              <a:ext uri="{FF2B5EF4-FFF2-40B4-BE49-F238E27FC236}">
                <a16:creationId xmlns:a16="http://schemas.microsoft.com/office/drawing/2014/main" id="{3911137C-99E6-6520-0B74-11105DF29191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D224291-AE50-14B8-1172-28D9AFD6F3D7}"/>
              </a:ext>
            </a:extLst>
          </p:cNvPr>
          <p:cNvSpPr/>
          <p:nvPr/>
        </p:nvSpPr>
        <p:spPr>
          <a:xfrm>
            <a:off x="-197708" y="406413"/>
            <a:ext cx="9378227" cy="855265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645210" y="561351"/>
            <a:ext cx="7791718" cy="601227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Calcule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Valeur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Résistance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Diagramme 8">
                <a:extLst>
                  <a:ext uri="{FF2B5EF4-FFF2-40B4-BE49-F238E27FC236}">
                    <a16:creationId xmlns:a16="http://schemas.microsoft.com/office/drawing/2014/main" id="{FB1507C8-E7C4-0120-37F1-127ADE7451E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16318136"/>
                  </p:ext>
                </p:extLst>
              </p:nvPr>
            </p:nvGraphicFramePr>
            <p:xfrm>
              <a:off x="3266990" y="1966492"/>
              <a:ext cx="5658020" cy="382658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9" name="Diagramme 8">
                <a:extLst>
                  <a:ext uri="{FF2B5EF4-FFF2-40B4-BE49-F238E27FC236}">
                    <a16:creationId xmlns:a16="http://schemas.microsoft.com/office/drawing/2014/main" id="{FB1507C8-E7C4-0120-37F1-127ADE7451E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16318136"/>
                  </p:ext>
                </p:extLst>
              </p:nvPr>
            </p:nvGraphicFramePr>
            <p:xfrm>
              <a:off x="3266990" y="1966492"/>
              <a:ext cx="5658020" cy="382658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3" name="ZoneTexte 2">
            <a:extLst>
              <a:ext uri="{FF2B5EF4-FFF2-40B4-BE49-F238E27FC236}">
                <a16:creationId xmlns:a16="http://schemas.microsoft.com/office/drawing/2014/main" id="{E2A645AB-2DE0-0DFE-4228-508286B15858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643610" y="246647"/>
            <a:ext cx="4941047" cy="886326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Diagramme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BDD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8D3114B-40A5-4280-CEA3-3A22B2002346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B28E666-FC35-0C85-BB03-6B0445C76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50" y="1615662"/>
            <a:ext cx="11741100" cy="4480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1724530" y="605133"/>
            <a:ext cx="8571106" cy="668188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Diagramme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IBD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Alimentation</a:t>
            </a:r>
          </a:p>
        </p:txBody>
      </p:sp>
      <p:pic>
        <p:nvPicPr>
          <p:cNvPr id="3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222" y="1422476"/>
            <a:ext cx="7711723" cy="518589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2F630DE-33FD-76F9-0E7E-D2E451C80572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491445" y="500495"/>
            <a:ext cx="9129565" cy="818482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Diagramme IBD Communication</a:t>
            </a:r>
          </a:p>
        </p:txBody>
      </p:sp>
      <p:pic>
        <p:nvPicPr>
          <p:cNvPr id="5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241" y="1506473"/>
            <a:ext cx="7619518" cy="507229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862A2FC-4413-3A8E-8958-ADEE3A51F2BA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2058985" y="496992"/>
            <a:ext cx="8074016" cy="859166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Diagramme IBD GESTION</a:t>
            </a:r>
          </a:p>
        </p:txBody>
      </p:sp>
      <p:pic>
        <p:nvPicPr>
          <p:cNvPr id="5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04" y="1549029"/>
            <a:ext cx="10228777" cy="487674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6EB6972-1C23-FCE6-930C-C257C9AEA747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388785" y="603418"/>
            <a:ext cx="9737119" cy="625230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Diagramme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IBD Interface Utilisateur</a:t>
            </a:r>
          </a:p>
        </p:txBody>
      </p:sp>
      <p:sp>
        <p:nvSpPr>
          <p:cNvPr id="3" name="Espace réservé du texte 2"/>
          <p:cNvSpPr txBox="1">
            <a:spLocks noGrp="1"/>
          </p:cNvSpPr>
          <p:nvPr>
            <p:ph type="body" sz="half" idx="2"/>
          </p:nvPr>
        </p:nvSpPr>
        <p:spPr>
          <a:xfrm>
            <a:off x="1290913" y="1645517"/>
            <a:ext cx="3600001" cy="3836721"/>
          </a:xfrm>
        </p:spPr>
        <p:txBody>
          <a:bodyPr lIns="0" rIns="0"/>
          <a:lstStyle/>
          <a:p>
            <a:endParaRPr lang="fr-FR" noProof="0" dirty="0"/>
          </a:p>
        </p:txBody>
      </p:sp>
      <p:pic>
        <p:nvPicPr>
          <p:cNvPr id="5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794" y="1299852"/>
            <a:ext cx="8764724" cy="530232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61207B2-59FC-4627-52C6-9B9E96007A0F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7947216" y="2817807"/>
            <a:ext cx="2893237" cy="14571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fr-F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Schéma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Structurel</a:t>
            </a: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fr-FR" noProof="0" dirty="0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4" name="Image 5"/>
          <p:cNvPicPr>
            <a:picLocks noChangeAspect="1"/>
          </p:cNvPicPr>
          <p:nvPr/>
        </p:nvPicPr>
        <p:blipFill>
          <a:blip r:embed="rId6"/>
          <a:srcRect l="2705" t="2877" r="2460" b="3237"/>
          <a:stretch>
            <a:fillRect/>
          </a:stretch>
        </p:blipFill>
        <p:spPr>
          <a:xfrm>
            <a:off x="85066" y="942321"/>
            <a:ext cx="7454309" cy="5221154"/>
          </a:xfrm>
          <a:prstGeom prst="rect">
            <a:avLst/>
          </a:prstGeom>
          <a:solidFill>
            <a:srgbClr val="EDEDED"/>
          </a:solidFill>
          <a:effectLst/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A2F951D-02BC-CD04-929C-2FFCAE7C42F7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3200" b="1" i="0" kern="1200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Code .ino</a:t>
            </a:r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6"/>
          <a:srcRect t="1301"/>
          <a:stretch>
            <a:fillRect/>
          </a:stretch>
        </p:blipFill>
        <p:spPr>
          <a:xfrm>
            <a:off x="4631880" y="1284875"/>
            <a:ext cx="7288767" cy="5107698"/>
          </a:xfrm>
          <a:prstGeom prst="rect">
            <a:avLst/>
          </a:prstGeom>
          <a:noFill/>
          <a:effectLst/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7B128C7-BA9F-D9C2-58DB-838CA15C3321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375" y="643467"/>
            <a:ext cx="10269249" cy="5571066"/>
          </a:xfrm>
          <a:prstGeom prst="rect">
            <a:avLst/>
          </a:prstGeom>
          <a:noFill/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E3C372C-F551-C297-75A8-9D2D2DE9A74E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994" y="643467"/>
            <a:ext cx="8808011" cy="5571066"/>
          </a:xfrm>
          <a:prstGeom prst="rect">
            <a:avLst/>
          </a:prstGeom>
          <a:noFill/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5DA5345-5AC4-E45E-7671-9FACD8903496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endParaRPr lang="fr-FR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7000"/>
                <a:hueMod val="88000"/>
                <a:satMod val="130000"/>
                <a:lumMod val="124000"/>
              </a:schemeClr>
            </a:gs>
            <a:gs pos="100000">
              <a:schemeClr val="bg1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7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4" name="Picture 9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5" name="Oval 11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36" name="Picture 13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7" name="Picture 15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0487C8F-7D6C-4EAF-A9A5-45D8E94F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3E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78DA0F-394A-417D-892B-8253831A2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6"/>
          <a:srcRect b="49226"/>
          <a:stretch>
            <a:fillRect/>
          </a:stretch>
        </p:blipFill>
        <p:spPr>
          <a:xfrm>
            <a:off x="643467" y="978905"/>
            <a:ext cx="10905066" cy="4900189"/>
          </a:xfrm>
          <a:prstGeom prst="rect">
            <a:avLst/>
          </a:prstGeom>
          <a:noFill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D54A934-AC4F-C669-D061-68E7362F1C1F}"/>
              </a:ext>
            </a:extLst>
          </p:cNvPr>
          <p:cNvSpPr/>
          <p:nvPr/>
        </p:nvSpPr>
        <p:spPr>
          <a:xfrm>
            <a:off x="10437811" y="0"/>
            <a:ext cx="685801" cy="11414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6078647-A338-F999-98FC-C4B47F1D2066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/>
              <a:t>22</a:t>
            </a:r>
          </a:p>
          <a:p>
            <a:pPr algn="ctr"/>
            <a:r>
              <a:rPr lang="fr-FR" b="1" noProof="0" dirty="0"/>
              <a:t>----</a:t>
            </a:r>
          </a:p>
          <a:p>
            <a:pPr algn="ctr"/>
            <a:r>
              <a:rPr lang="fr-FR" b="1" dirty="0"/>
              <a:t>29</a:t>
            </a:r>
            <a:endParaRPr lang="fr-FR" b="1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37D191-13D4-4D46-AA31-AA8157D3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3E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796756-8CDE-44C7-BF60-022DF3B3A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02A146-6461-45FE-B52F-8F9B510D9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 4"/>
          <p:cNvPicPr>
            <a:picLocks noChangeAspect="1"/>
          </p:cNvPicPr>
          <p:nvPr/>
        </p:nvPicPr>
        <p:blipFill>
          <a:blip r:embed="rId7"/>
          <a:srcRect t="49226"/>
          <a:stretch>
            <a:fillRect/>
          </a:stretch>
        </p:blipFill>
        <p:spPr>
          <a:xfrm>
            <a:off x="962306" y="1304816"/>
            <a:ext cx="10298826" cy="4627778"/>
          </a:xfrm>
          <a:prstGeom prst="rect">
            <a:avLst/>
          </a:prstGeom>
          <a:noFill/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5A115E8-EE09-4F41-9329-56DEEE8AB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6D44BC6-49B1-B581-00B8-82CD05C9A9A1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/>
              <a:t>23</a:t>
            </a:r>
          </a:p>
          <a:p>
            <a:pPr algn="ctr"/>
            <a:r>
              <a:rPr lang="fr-FR" b="1" noProof="0" dirty="0"/>
              <a:t>----</a:t>
            </a:r>
          </a:p>
          <a:p>
            <a:pPr algn="ctr"/>
            <a:r>
              <a:rPr lang="fr-FR" b="1" dirty="0"/>
              <a:t>29</a:t>
            </a:r>
            <a:endParaRPr lang="fr-FR" b="1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5400" b="0" i="0" kern="1200" noProof="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Code Ecran.h</a:t>
            </a:r>
          </a:p>
        </p:txBody>
      </p:sp>
      <p:sp>
        <p:nvSpPr>
          <p:cNvPr id="4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46" name="Freeform: Shape 4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3" name="Image 7"/>
          <p:cNvPicPr>
            <a:picLocks noChangeAspect="1"/>
          </p:cNvPicPr>
          <p:nvPr/>
        </p:nvPicPr>
        <p:blipFill>
          <a:blip r:embed="rId6"/>
          <a:srcRect t="2397" r="7383"/>
          <a:stretch>
            <a:fillRect/>
          </a:stretch>
        </p:blipFill>
        <p:spPr>
          <a:xfrm>
            <a:off x="277055" y="267533"/>
            <a:ext cx="7121493" cy="6322933"/>
          </a:xfrm>
          <a:prstGeom prst="rect">
            <a:avLst/>
          </a:prstGeom>
          <a:noFill/>
          <a:effectLst/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2E70A96-B291-F3E1-2E9B-F8E467622226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>
                <a:solidFill>
                  <a:schemeClr val="bg1"/>
                </a:solidFill>
              </a:rPr>
              <a:t>24</a:t>
            </a:r>
            <a:endParaRPr lang="fr-FR" b="1" noProof="0" dirty="0">
              <a:solidFill>
                <a:schemeClr val="bg1"/>
              </a:solidFill>
            </a:endParaRPr>
          </a:p>
          <a:p>
            <a:pPr algn="ctr"/>
            <a:r>
              <a:rPr lang="fr-FR" b="1" noProof="0" dirty="0">
                <a:solidFill>
                  <a:schemeClr val="bg1"/>
                </a:solidFill>
              </a:rPr>
              <a:t>----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29</a:t>
            </a:r>
            <a:endParaRPr lang="fr-FR" b="1" noProof="0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7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9" name="Picture 9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0" name="Oval 11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31" name="Picture 13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2" name="Picture 15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5400" b="0" i="0" kern="1200" noProof="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Code Ecran.h</a:t>
            </a:r>
          </a:p>
        </p:txBody>
      </p:sp>
      <p:sp>
        <p:nvSpPr>
          <p:cNvPr id="35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6" name="Freeform: Shape 23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3" name="Image 9"/>
          <p:cNvPicPr>
            <a:picLocks noChangeAspect="1"/>
          </p:cNvPicPr>
          <p:nvPr/>
        </p:nvPicPr>
        <p:blipFill>
          <a:blip r:embed="rId6"/>
          <a:srcRect r="3957"/>
          <a:stretch>
            <a:fillRect/>
          </a:stretch>
        </p:blipFill>
        <p:spPr>
          <a:xfrm>
            <a:off x="452697" y="1647675"/>
            <a:ext cx="7091528" cy="3562649"/>
          </a:xfrm>
          <a:prstGeom prst="rect">
            <a:avLst/>
          </a:prstGeom>
          <a:noFill/>
          <a:effectLst/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03D4F84-C41A-6F11-7F37-488E6340E9E5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25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</a:rPr>
              <a:t>----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29</a:t>
            </a:r>
            <a:endParaRPr lang="fr-FR" b="1" noProof="0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59CD3-D9D5-7013-773E-71C501FEF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3">
            <a:extLst>
              <a:ext uri="{FF2B5EF4-FFF2-40B4-BE49-F238E27FC236}">
                <a16:creationId xmlns:a16="http://schemas.microsoft.com/office/drawing/2014/main" id="{C09F854C-20EC-F114-D7C3-B33D2A90FD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5400" b="0" i="0" kern="1200" noProof="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Code Siglent.h</a:t>
            </a:r>
          </a:p>
        </p:txBody>
      </p:sp>
      <p:sp>
        <p:nvSpPr>
          <p:cNvPr id="25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4079A95-B33E-FF5F-FFAB-9F6C53F1387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731"/>
          <a:stretch>
            <a:fillRect/>
          </a:stretch>
        </p:blipFill>
        <p:spPr>
          <a:xfrm>
            <a:off x="63003" y="958292"/>
            <a:ext cx="7615569" cy="5223052"/>
          </a:xfrm>
          <a:prstGeom prst="rect">
            <a:avLst/>
          </a:prstGeom>
          <a:effectLst/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BD2AC6C-0FCF-59FE-B037-D7134B82FBF2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26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</a:rPr>
              <a:t>----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29</a:t>
            </a:r>
            <a:endParaRPr lang="fr-FR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446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3990333" y="404800"/>
            <a:ext cx="4211333" cy="661998"/>
          </a:xfrm>
        </p:spPr>
        <p:txBody>
          <a:bodyPr/>
          <a:lstStyle/>
          <a:p>
            <a:pPr lvl="0"/>
            <a:r>
              <a:rPr lang="fr-FR" sz="29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Vidéo résultat code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6D593A0-21B6-93FB-E8D1-CDDFA584F544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/>
              <a:t>27</a:t>
            </a:r>
          </a:p>
          <a:p>
            <a:pPr algn="ctr"/>
            <a:r>
              <a:rPr lang="fr-FR" b="1" noProof="0" dirty="0"/>
              <a:t>----</a:t>
            </a:r>
          </a:p>
          <a:p>
            <a:pPr algn="ctr"/>
            <a:r>
              <a:rPr lang="fr-FR" b="1" dirty="0"/>
              <a:t>29</a:t>
            </a:r>
            <a:endParaRPr lang="fr-FR" b="1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8844077" y="3331159"/>
            <a:ext cx="3730249" cy="929844"/>
          </a:xfrm>
        </p:spPr>
        <p:txBody>
          <a:bodyPr anchorCtr="1"/>
          <a:lstStyle/>
          <a:p>
            <a:pPr lvl="0" algn="ctr"/>
            <a:r>
              <a:rPr lang="fr-FR" sz="2900" noProof="0" dirty="0"/>
              <a:t>Vidéo résultat </a:t>
            </a:r>
            <a:br>
              <a:rPr lang="fr-FR" sz="2900" noProof="0" dirty="0"/>
            </a:br>
            <a:r>
              <a:rPr lang="fr-FR" sz="2900" noProof="0" dirty="0"/>
              <a:t>code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2852E89-266C-2328-59DC-3BBA68A58F50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/>
              <a:t>28</a:t>
            </a:r>
          </a:p>
          <a:p>
            <a:pPr algn="ctr"/>
            <a:r>
              <a:rPr lang="fr-FR" b="1" noProof="0" dirty="0"/>
              <a:t>----</a:t>
            </a:r>
          </a:p>
          <a:p>
            <a:pPr algn="ctr"/>
            <a:r>
              <a:rPr lang="fr-FR" b="1" noProof="0" dirty="0"/>
              <a:t>2</a:t>
            </a:r>
            <a:r>
              <a:rPr lang="fr-FR" b="1" dirty="0"/>
              <a:t>9</a:t>
            </a:r>
            <a:endParaRPr lang="fr-FR" b="1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85C20-FAD2-C609-0EF9-C722FF9F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Titre 3">
            <a:extLst>
              <a:ext uri="{FF2B5EF4-FFF2-40B4-BE49-F238E27FC236}">
                <a16:creationId xmlns:a16="http://schemas.microsoft.com/office/drawing/2014/main" id="{624AE152-AB79-FC47-83FD-4F12F672D7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8265" y="2669685"/>
            <a:ext cx="5547386" cy="182611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US" sz="54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MERCI POUR VOTRE ÉCOUTE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68108A9-1C65-4950-B8D3-D53A8ED97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95919" cy="6858000"/>
          </a:xfrm>
          <a:custGeom>
            <a:avLst/>
            <a:gdLst>
              <a:gd name="connsiteX0" fmla="*/ 5651204 w 6995919"/>
              <a:gd name="connsiteY0" fmla="*/ 0 h 6858000"/>
              <a:gd name="connsiteX1" fmla="*/ 6994742 w 6995919"/>
              <a:gd name="connsiteY1" fmla="*/ 0 h 6858000"/>
              <a:gd name="connsiteX2" fmla="*/ 6969697 w 6995919"/>
              <a:gd name="connsiteY2" fmla="*/ 155676 h 6858000"/>
              <a:gd name="connsiteX3" fmla="*/ 6945828 w 6995919"/>
              <a:gd name="connsiteY3" fmla="*/ 310667 h 6858000"/>
              <a:gd name="connsiteX4" fmla="*/ 6922464 w 6995919"/>
              <a:gd name="connsiteY4" fmla="*/ 466344 h 6858000"/>
              <a:gd name="connsiteX5" fmla="*/ 6902461 w 6995919"/>
              <a:gd name="connsiteY5" fmla="*/ 622706 h 6858000"/>
              <a:gd name="connsiteX6" fmla="*/ 6882290 w 6995919"/>
              <a:gd name="connsiteY6" fmla="*/ 778383 h 6858000"/>
              <a:gd name="connsiteX7" fmla="*/ 6863464 w 6995919"/>
              <a:gd name="connsiteY7" fmla="*/ 934745 h 6858000"/>
              <a:gd name="connsiteX8" fmla="*/ 6847328 w 6995919"/>
              <a:gd name="connsiteY8" fmla="*/ 1089050 h 6858000"/>
              <a:gd name="connsiteX9" fmla="*/ 6832032 w 6995919"/>
              <a:gd name="connsiteY9" fmla="*/ 1245413 h 6858000"/>
              <a:gd name="connsiteX10" fmla="*/ 6818080 w 6995919"/>
              <a:gd name="connsiteY10" fmla="*/ 1401089 h 6858000"/>
              <a:gd name="connsiteX11" fmla="*/ 6805978 w 6995919"/>
              <a:gd name="connsiteY11" fmla="*/ 1554023 h 6858000"/>
              <a:gd name="connsiteX12" fmla="*/ 6793875 w 6995919"/>
              <a:gd name="connsiteY12" fmla="*/ 1709013 h 6858000"/>
              <a:gd name="connsiteX13" fmla="*/ 6783790 w 6995919"/>
              <a:gd name="connsiteY13" fmla="*/ 1861947 h 6858000"/>
              <a:gd name="connsiteX14" fmla="*/ 6775890 w 6995919"/>
              <a:gd name="connsiteY14" fmla="*/ 2014880 h 6858000"/>
              <a:gd name="connsiteX15" fmla="*/ 6767653 w 6995919"/>
              <a:gd name="connsiteY15" fmla="*/ 2167128 h 6858000"/>
              <a:gd name="connsiteX16" fmla="*/ 6760762 w 6995919"/>
              <a:gd name="connsiteY16" fmla="*/ 2318004 h 6858000"/>
              <a:gd name="connsiteX17" fmla="*/ 6755887 w 6995919"/>
              <a:gd name="connsiteY17" fmla="*/ 2467508 h 6858000"/>
              <a:gd name="connsiteX18" fmla="*/ 6751685 w 6995919"/>
              <a:gd name="connsiteY18" fmla="*/ 2617013 h 6858000"/>
              <a:gd name="connsiteX19" fmla="*/ 6747651 w 6995919"/>
              <a:gd name="connsiteY19" fmla="*/ 2765145 h 6858000"/>
              <a:gd name="connsiteX20" fmla="*/ 6745802 w 6995919"/>
              <a:gd name="connsiteY20" fmla="*/ 2911221 h 6858000"/>
              <a:gd name="connsiteX21" fmla="*/ 6743785 w 6995919"/>
              <a:gd name="connsiteY21" fmla="*/ 3057296 h 6858000"/>
              <a:gd name="connsiteX22" fmla="*/ 6742776 w 6995919"/>
              <a:gd name="connsiteY22" fmla="*/ 3201314 h 6858000"/>
              <a:gd name="connsiteX23" fmla="*/ 6743785 w 6995919"/>
              <a:gd name="connsiteY23" fmla="*/ 3343960 h 6858000"/>
              <a:gd name="connsiteX24" fmla="*/ 6743785 w 6995919"/>
              <a:gd name="connsiteY24" fmla="*/ 3485235 h 6858000"/>
              <a:gd name="connsiteX25" fmla="*/ 6745802 w 6995919"/>
              <a:gd name="connsiteY25" fmla="*/ 3625138 h 6858000"/>
              <a:gd name="connsiteX26" fmla="*/ 6748827 w 6995919"/>
              <a:gd name="connsiteY26" fmla="*/ 3762298 h 6858000"/>
              <a:gd name="connsiteX27" fmla="*/ 6751685 w 6995919"/>
              <a:gd name="connsiteY27" fmla="*/ 3898087 h 6858000"/>
              <a:gd name="connsiteX28" fmla="*/ 6754879 w 6995919"/>
              <a:gd name="connsiteY28" fmla="*/ 4031132 h 6858000"/>
              <a:gd name="connsiteX29" fmla="*/ 6759753 w 6995919"/>
              <a:gd name="connsiteY29" fmla="*/ 4163491 h 6858000"/>
              <a:gd name="connsiteX30" fmla="*/ 6764964 w 6995919"/>
              <a:gd name="connsiteY30" fmla="*/ 4293793 h 6858000"/>
              <a:gd name="connsiteX31" fmla="*/ 6769670 w 6995919"/>
              <a:gd name="connsiteY31" fmla="*/ 4421352 h 6858000"/>
              <a:gd name="connsiteX32" fmla="*/ 6782950 w 6995919"/>
              <a:gd name="connsiteY32" fmla="*/ 4670298 h 6858000"/>
              <a:gd name="connsiteX33" fmla="*/ 6797069 w 6995919"/>
              <a:gd name="connsiteY33" fmla="*/ 4908956 h 6858000"/>
              <a:gd name="connsiteX34" fmla="*/ 6811861 w 6995919"/>
              <a:gd name="connsiteY34" fmla="*/ 5138013 h 6858000"/>
              <a:gd name="connsiteX35" fmla="*/ 6828166 w 6995919"/>
              <a:gd name="connsiteY35" fmla="*/ 5354726 h 6858000"/>
              <a:gd name="connsiteX36" fmla="*/ 6845143 w 6995919"/>
              <a:gd name="connsiteY36" fmla="*/ 5561838 h 6858000"/>
              <a:gd name="connsiteX37" fmla="*/ 6863464 w 6995919"/>
              <a:gd name="connsiteY37" fmla="*/ 5753862 h 6858000"/>
              <a:gd name="connsiteX38" fmla="*/ 6881450 w 6995919"/>
              <a:gd name="connsiteY38" fmla="*/ 5934227 h 6858000"/>
              <a:gd name="connsiteX39" fmla="*/ 6899435 w 6995919"/>
              <a:gd name="connsiteY39" fmla="*/ 6100191 h 6858000"/>
              <a:gd name="connsiteX40" fmla="*/ 6916412 w 6995919"/>
              <a:gd name="connsiteY40" fmla="*/ 6252438 h 6858000"/>
              <a:gd name="connsiteX41" fmla="*/ 6932549 w 6995919"/>
              <a:gd name="connsiteY41" fmla="*/ 6387541 h 6858000"/>
              <a:gd name="connsiteX42" fmla="*/ 6947845 w 6995919"/>
              <a:gd name="connsiteY42" fmla="*/ 6509613 h 6858000"/>
              <a:gd name="connsiteX43" fmla="*/ 6960620 w 6995919"/>
              <a:gd name="connsiteY43" fmla="*/ 6612483 h 6858000"/>
              <a:gd name="connsiteX44" fmla="*/ 6972722 w 6995919"/>
              <a:gd name="connsiteY44" fmla="*/ 6698894 h 6858000"/>
              <a:gd name="connsiteX45" fmla="*/ 6990036 w 6995919"/>
              <a:gd name="connsiteY45" fmla="*/ 6817538 h 6858000"/>
              <a:gd name="connsiteX46" fmla="*/ 6995919 w 6995919"/>
              <a:gd name="connsiteY46" fmla="*/ 6858000 h 6858000"/>
              <a:gd name="connsiteX47" fmla="*/ 6090565 w 6995919"/>
              <a:gd name="connsiteY47" fmla="*/ 6858000 h 6858000"/>
              <a:gd name="connsiteX48" fmla="*/ 6090565 w 6995919"/>
              <a:gd name="connsiteY48" fmla="*/ 6858000 h 6858000"/>
              <a:gd name="connsiteX49" fmla="*/ 0 w 6995919"/>
              <a:gd name="connsiteY49" fmla="*/ 6858000 h 6858000"/>
              <a:gd name="connsiteX50" fmla="*/ 0 w 6995919"/>
              <a:gd name="connsiteY50" fmla="*/ 0 h 6858000"/>
              <a:gd name="connsiteX51" fmla="*/ 5651204 w 6995919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995919" h="6858000">
                <a:moveTo>
                  <a:pt x="5651204" y="0"/>
                </a:moveTo>
                <a:lnTo>
                  <a:pt x="6994742" y="0"/>
                </a:lnTo>
                <a:lnTo>
                  <a:pt x="6969697" y="155676"/>
                </a:lnTo>
                <a:lnTo>
                  <a:pt x="6945828" y="310667"/>
                </a:lnTo>
                <a:lnTo>
                  <a:pt x="6922464" y="466344"/>
                </a:lnTo>
                <a:lnTo>
                  <a:pt x="6902461" y="622706"/>
                </a:lnTo>
                <a:lnTo>
                  <a:pt x="6882290" y="778383"/>
                </a:lnTo>
                <a:lnTo>
                  <a:pt x="6863464" y="934745"/>
                </a:lnTo>
                <a:lnTo>
                  <a:pt x="6847328" y="1089050"/>
                </a:lnTo>
                <a:lnTo>
                  <a:pt x="6832032" y="1245413"/>
                </a:lnTo>
                <a:lnTo>
                  <a:pt x="6818080" y="1401089"/>
                </a:lnTo>
                <a:lnTo>
                  <a:pt x="6805978" y="1554023"/>
                </a:lnTo>
                <a:lnTo>
                  <a:pt x="6793875" y="1709013"/>
                </a:lnTo>
                <a:lnTo>
                  <a:pt x="6783790" y="1861947"/>
                </a:lnTo>
                <a:lnTo>
                  <a:pt x="6775890" y="2014880"/>
                </a:lnTo>
                <a:lnTo>
                  <a:pt x="6767653" y="2167128"/>
                </a:lnTo>
                <a:lnTo>
                  <a:pt x="6760762" y="2318004"/>
                </a:lnTo>
                <a:lnTo>
                  <a:pt x="6755887" y="2467508"/>
                </a:lnTo>
                <a:lnTo>
                  <a:pt x="6751685" y="2617013"/>
                </a:lnTo>
                <a:lnTo>
                  <a:pt x="6747651" y="2765145"/>
                </a:lnTo>
                <a:lnTo>
                  <a:pt x="6745802" y="2911221"/>
                </a:lnTo>
                <a:lnTo>
                  <a:pt x="6743785" y="3057296"/>
                </a:lnTo>
                <a:lnTo>
                  <a:pt x="6742776" y="3201314"/>
                </a:lnTo>
                <a:lnTo>
                  <a:pt x="6743785" y="3343960"/>
                </a:lnTo>
                <a:lnTo>
                  <a:pt x="6743785" y="3485235"/>
                </a:lnTo>
                <a:lnTo>
                  <a:pt x="6745802" y="3625138"/>
                </a:lnTo>
                <a:lnTo>
                  <a:pt x="6748827" y="3762298"/>
                </a:lnTo>
                <a:lnTo>
                  <a:pt x="6751685" y="3898087"/>
                </a:lnTo>
                <a:lnTo>
                  <a:pt x="6754879" y="4031132"/>
                </a:lnTo>
                <a:lnTo>
                  <a:pt x="6759753" y="4163491"/>
                </a:lnTo>
                <a:lnTo>
                  <a:pt x="6764964" y="4293793"/>
                </a:lnTo>
                <a:lnTo>
                  <a:pt x="6769670" y="4421352"/>
                </a:lnTo>
                <a:lnTo>
                  <a:pt x="6782950" y="4670298"/>
                </a:lnTo>
                <a:lnTo>
                  <a:pt x="6797069" y="4908956"/>
                </a:lnTo>
                <a:lnTo>
                  <a:pt x="6811861" y="5138013"/>
                </a:lnTo>
                <a:lnTo>
                  <a:pt x="6828166" y="5354726"/>
                </a:lnTo>
                <a:lnTo>
                  <a:pt x="6845143" y="5561838"/>
                </a:lnTo>
                <a:lnTo>
                  <a:pt x="6863464" y="5753862"/>
                </a:lnTo>
                <a:lnTo>
                  <a:pt x="6881450" y="5934227"/>
                </a:lnTo>
                <a:lnTo>
                  <a:pt x="6899435" y="6100191"/>
                </a:lnTo>
                <a:lnTo>
                  <a:pt x="6916412" y="6252438"/>
                </a:lnTo>
                <a:lnTo>
                  <a:pt x="6932549" y="6387541"/>
                </a:lnTo>
                <a:lnTo>
                  <a:pt x="6947845" y="6509613"/>
                </a:lnTo>
                <a:lnTo>
                  <a:pt x="6960620" y="6612483"/>
                </a:lnTo>
                <a:lnTo>
                  <a:pt x="6972722" y="6698894"/>
                </a:lnTo>
                <a:lnTo>
                  <a:pt x="6990036" y="6817538"/>
                </a:lnTo>
                <a:lnTo>
                  <a:pt x="6995919" y="6858000"/>
                </a:lnTo>
                <a:lnTo>
                  <a:pt x="6090565" y="6858000"/>
                </a:lnTo>
                <a:lnTo>
                  <a:pt x="6090565" y="6858000"/>
                </a:lnTo>
                <a:lnTo>
                  <a:pt x="0" y="6858000"/>
                </a:lnTo>
                <a:lnTo>
                  <a:pt x="0" y="0"/>
                </a:lnTo>
                <a:lnTo>
                  <a:pt x="565120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Image 7" descr="ACCUEIL - Saint Aubin La Salle">
            <a:extLst>
              <a:ext uri="{FF2B5EF4-FFF2-40B4-BE49-F238E27FC236}">
                <a16:creationId xmlns:a16="http://schemas.microsoft.com/office/drawing/2014/main" id="{C01D9B2D-9D90-7AF6-786D-E2ECA73866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995" y="607779"/>
            <a:ext cx="5454404" cy="2468118"/>
          </a:xfrm>
          <a:prstGeom prst="rect">
            <a:avLst/>
          </a:prstGeom>
          <a:noFill/>
          <a:effectLst/>
        </p:spPr>
      </p:pic>
      <p:sp>
        <p:nvSpPr>
          <p:cNvPr id="27" name="Freeform 27">
            <a:extLst>
              <a:ext uri="{FF2B5EF4-FFF2-40B4-BE49-F238E27FC236}">
                <a16:creationId xmlns:a16="http://schemas.microsoft.com/office/drawing/2014/main" id="{6F1C2839-EFB8-47B3-9488-B0F191886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9646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 5" descr="La Jubaudière (49) - Itancia">
            <a:extLst>
              <a:ext uri="{FF2B5EF4-FFF2-40B4-BE49-F238E27FC236}">
                <a16:creationId xmlns:a16="http://schemas.microsoft.com/office/drawing/2014/main" id="{6E73FEE9-D8D2-E92D-D3A9-C61A2D7D11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866" y="3482108"/>
            <a:ext cx="5220533" cy="2727729"/>
          </a:xfrm>
          <a:prstGeom prst="rect">
            <a:avLst/>
          </a:prstGeom>
          <a:noFill/>
          <a:effectLst/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BFC4BE6-8FEA-9EE8-1F10-93B61BCD5845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/>
              <a:t>29</a:t>
            </a:r>
          </a:p>
          <a:p>
            <a:pPr algn="ctr"/>
            <a:r>
              <a:rPr lang="fr-FR" b="1" noProof="0" dirty="0"/>
              <a:t>----</a:t>
            </a:r>
          </a:p>
          <a:p>
            <a:pPr algn="ctr"/>
            <a:r>
              <a:rPr lang="fr-FR" b="1" noProof="0" dirty="0"/>
              <a:t>2</a:t>
            </a:r>
            <a:r>
              <a:rPr lang="fr-FR" b="1" dirty="0"/>
              <a:t>9</a:t>
            </a:r>
            <a:endParaRPr lang="fr-FR" b="1" noProof="0" dirty="0"/>
          </a:p>
        </p:txBody>
      </p:sp>
    </p:spTree>
    <p:extLst>
      <p:ext uri="{BB962C8B-B14F-4D97-AF65-F5344CB8AC3E}">
        <p14:creationId xmlns:p14="http://schemas.microsoft.com/office/powerpoint/2010/main" val="310131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350</TotalTime>
  <Words>294</Words>
  <Application>Microsoft Office PowerPoint</Application>
  <PresentationFormat>Grand écran</PresentationFormat>
  <Paragraphs>160</Paragraphs>
  <Slides>29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Cambria Math</vt:lpstr>
      <vt:lpstr>Century Gothic</vt:lpstr>
      <vt:lpstr>Tahoma</vt:lpstr>
      <vt:lpstr>Wingdings 3</vt:lpstr>
      <vt:lpstr>Ion</vt:lpstr>
      <vt:lpstr>PROJET VELUX</vt:lpstr>
      <vt:lpstr>Présentation PowerPoint</vt:lpstr>
      <vt:lpstr>Présentation du projet</vt:lpstr>
      <vt:lpstr>Gantt </vt:lpstr>
      <vt:lpstr>Présentation PowerPoint</vt:lpstr>
      <vt:lpstr>Présentation PowerPoint</vt:lpstr>
      <vt:lpstr>Présentation PowerPoint</vt:lpstr>
      <vt:lpstr>Diagramme Cas d’utilisation</vt:lpstr>
      <vt:lpstr>Diagramme d’exigence</vt:lpstr>
      <vt:lpstr>Choix des composants</vt:lpstr>
      <vt:lpstr>Calcule Valeur Bobine</vt:lpstr>
      <vt:lpstr>Calcule Valeur Résistance</vt:lpstr>
      <vt:lpstr>Diagramme BDD</vt:lpstr>
      <vt:lpstr>Diagramme IBD Alimentation</vt:lpstr>
      <vt:lpstr>Diagramme IBD Communication</vt:lpstr>
      <vt:lpstr>Diagramme IBD GESTION</vt:lpstr>
      <vt:lpstr>Diagramme IBD Interface Utilisateur</vt:lpstr>
      <vt:lpstr>Schéma  Structurel</vt:lpstr>
      <vt:lpstr>Code .ino</vt:lpstr>
      <vt:lpstr>Présentation PowerPoint</vt:lpstr>
      <vt:lpstr>Présentation PowerPoint</vt:lpstr>
      <vt:lpstr>Présentation PowerPoint</vt:lpstr>
      <vt:lpstr>Présentation PowerPoint</vt:lpstr>
      <vt:lpstr>Code Ecran.h</vt:lpstr>
      <vt:lpstr>Code Ecran.h</vt:lpstr>
      <vt:lpstr>Code Siglent.h</vt:lpstr>
      <vt:lpstr>Vidéo résultat code</vt:lpstr>
      <vt:lpstr>Vidéo résultat  code</vt:lpstr>
      <vt:lpstr>MERCI POUR VOTRE ÉCOUTE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VELUX</dc:title>
  <dc:creator>Louison MALINGE</dc:creator>
  <cp:lastModifiedBy>Louison MALINGE</cp:lastModifiedBy>
  <cp:revision>21</cp:revision>
  <dcterms:created xsi:type="dcterms:W3CDTF">2026-03-11T09:37:47Z</dcterms:created>
  <dcterms:modified xsi:type="dcterms:W3CDTF">2026-05-22T06:34:44Z</dcterms:modified>
</cp:coreProperties>
</file>